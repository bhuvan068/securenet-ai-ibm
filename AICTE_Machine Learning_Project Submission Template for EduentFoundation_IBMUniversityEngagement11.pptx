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83" r:id="rId2"/>
    <p:sldId id="257" r:id="rId3"/>
    <p:sldId id="282" r:id="rId4"/>
    <p:sldId id="285" r:id="rId5"/>
    <p:sldId id="278" r:id="rId6"/>
    <p:sldId id="294" r:id="rId7"/>
    <p:sldId id="295" r:id="rId8"/>
    <p:sldId id="279" r:id="rId9"/>
    <p:sldId id="292" r:id="rId10"/>
    <p:sldId id="262" r:id="rId11"/>
    <p:sldId id="290" r:id="rId12"/>
    <p:sldId id="291" r:id="rId13"/>
    <p:sldId id="293" r:id="rId14"/>
    <p:sldId id="286" r:id="rId15"/>
    <p:sldId id="287" r:id="rId16"/>
    <p:sldId id="280" r:id="rId17"/>
    <p:sldId id="288" r:id="rId18"/>
    <p:sldId id="289" r:id="rId19"/>
    <p:sldId id="296" r:id="rId20"/>
    <p:sldId id="297" r:id="rId21"/>
    <p:sldId id="299"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90" d="100"/>
          <a:sy n="90" d="100"/>
        </p:scale>
        <p:origin x="23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F65B29D0-DD12-DDC3-5CE1-E2A91AABFDBA}"/>
    <pc:docChg chg="modSld">
      <pc:chgData name="Aswini Kumar Motapothula" userId="S::aswinikumar@edunetfoundation.org::8849ae8d-bc89-4217-899c-9440ffcae5bb" providerId="AD" clId="Web-{F65B29D0-DD12-DDC3-5CE1-E2A91AABFDBA}" dt="2026-06-19T08:09:39.201" v="41" actId="20577"/>
      <pc:docMkLst>
        <pc:docMk/>
      </pc:docMkLst>
      <pc:sldChg chg="modSp">
        <pc:chgData name="Aswini Kumar Motapothula" userId="S::aswinikumar@edunetfoundation.org::8849ae8d-bc89-4217-899c-9440ffcae5bb" providerId="AD" clId="Web-{F65B29D0-DD12-DDC3-5CE1-E2A91AABFDBA}" dt="2026-06-19T08:09:39.201" v="41" actId="20577"/>
        <pc:sldMkLst>
          <pc:docMk/>
          <pc:sldMk cId="2136706720" sldId="280"/>
        </pc:sldMkLst>
        <pc:spChg chg="mod">
          <ac:chgData name="Aswini Kumar Motapothula" userId="S::aswinikumar@edunetfoundation.org::8849ae8d-bc89-4217-899c-9440ffcae5bb" providerId="AD" clId="Web-{F65B29D0-DD12-DDC3-5CE1-E2A91AABFDBA}" dt="2026-06-19T08:09:39.201" v="41" actId="20577"/>
          <ac:spMkLst>
            <pc:docMk/>
            <pc:sldMk cId="2136706720" sldId="280"/>
            <ac:spMk id="279" creationId="{EAFA16CB-0A72-5AC5-69A0-ABF4A752B43F}"/>
          </ac:spMkLst>
        </pc:spChg>
      </pc:sldChg>
      <pc:sldChg chg="modSp">
        <pc:chgData name="Aswini Kumar Motapothula" userId="S::aswinikumar@edunetfoundation.org::8849ae8d-bc89-4217-899c-9440ffcae5bb" providerId="AD" clId="Web-{F65B29D0-DD12-DDC3-5CE1-E2A91AABFDBA}" dt="2026-06-19T08:04:30.126" v="9" actId="20577"/>
        <pc:sldMkLst>
          <pc:docMk/>
          <pc:sldMk cId="2952584201" sldId="282"/>
        </pc:sldMkLst>
        <pc:spChg chg="mod">
          <ac:chgData name="Aswini Kumar Motapothula" userId="S::aswinikumar@edunetfoundation.org::8849ae8d-bc89-4217-899c-9440ffcae5bb" providerId="AD" clId="Web-{F65B29D0-DD12-DDC3-5CE1-E2A91AABFDBA}" dt="2026-06-19T08:04:30.126" v="9" actId="20577"/>
          <ac:spMkLst>
            <pc:docMk/>
            <pc:sldMk cId="2952584201" sldId="282"/>
            <ac:spMk id="2" creationId="{C6F6745E-14BA-0766-CE1E-32E29663832D}"/>
          </ac:spMkLst>
        </pc:spChg>
      </pc:sldChg>
      <pc:sldChg chg="modSp">
        <pc:chgData name="Aswini Kumar Motapothula" userId="S::aswinikumar@edunetfoundation.org::8849ae8d-bc89-4217-899c-9440ffcae5bb" providerId="AD" clId="Web-{F65B29D0-DD12-DDC3-5CE1-E2A91AABFDBA}" dt="2026-06-19T08:07:04.914" v="24" actId="20577"/>
        <pc:sldMkLst>
          <pc:docMk/>
          <pc:sldMk cId="2290294991" sldId="285"/>
        </pc:sldMkLst>
        <pc:spChg chg="mod">
          <ac:chgData name="Aswini Kumar Motapothula" userId="S::aswinikumar@edunetfoundation.org::8849ae8d-bc89-4217-899c-9440ffcae5bb" providerId="AD" clId="Web-{F65B29D0-DD12-DDC3-5CE1-E2A91AABFDBA}" dt="2026-06-19T08:07:04.914" v="24" actId="20577"/>
          <ac:spMkLst>
            <pc:docMk/>
            <pc:sldMk cId="2290294991" sldId="285"/>
            <ac:spMk id="2" creationId="{4A1BF701-ABCA-4DF0-8330-B6AF71EF8E39}"/>
          </ac:spMkLst>
        </pc:spChg>
        <pc:spChg chg="mod">
          <ac:chgData name="Aswini Kumar Motapothula" userId="S::aswinikumar@edunetfoundation.org::8849ae8d-bc89-4217-899c-9440ffcae5bb" providerId="AD" clId="Web-{F65B29D0-DD12-DDC3-5CE1-E2A91AABFDBA}" dt="2026-06-19T08:06:54.757" v="20" actId="1076"/>
          <ac:spMkLst>
            <pc:docMk/>
            <pc:sldMk cId="2290294991" sldId="285"/>
            <ac:spMk id="3" creationId="{527F30CC-07EF-8FCC-DA00-C9212F5DAECE}"/>
          </ac:spMkLst>
        </pc:spChg>
      </pc:sldChg>
      <pc:sldChg chg="modSp">
        <pc:chgData name="Aswini Kumar Motapothula" userId="S::aswinikumar@edunetfoundation.org::8849ae8d-bc89-4217-899c-9440ffcae5bb" providerId="AD" clId="Web-{F65B29D0-DD12-DDC3-5CE1-E2A91AABFDBA}" dt="2026-06-19T08:08:22.761" v="35" actId="14100"/>
        <pc:sldMkLst>
          <pc:docMk/>
          <pc:sldMk cId="917964102" sldId="286"/>
        </pc:sldMkLst>
        <pc:spChg chg="mod">
          <ac:chgData name="Aswini Kumar Motapothula" userId="S::aswinikumar@edunetfoundation.org::8849ae8d-bc89-4217-899c-9440ffcae5bb" providerId="AD" clId="Web-{F65B29D0-DD12-DDC3-5CE1-E2A91AABFDBA}" dt="2026-06-19T08:08:22.761" v="35" actId="14100"/>
          <ac:spMkLst>
            <pc:docMk/>
            <pc:sldMk cId="917964102" sldId="286"/>
            <ac:spMk id="3" creationId="{ED65F54F-855A-0DB6-09A6-3212C5F7405B}"/>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swini Kumar Motapothula" userId="S::aswinikumar@edunetfoundation.org::8849ae8d-bc89-4217-899c-9440ffcae5bb" providerId="AD" clId="Web-{86BCD85A-7972-A6FD-263D-01F0C6DCFF46}"/>
    <pc:docChg chg="modSld">
      <pc:chgData name="Aswini Kumar Motapothula" userId="S::aswinikumar@edunetfoundation.org::8849ae8d-bc89-4217-899c-9440ffcae5bb" providerId="AD" clId="Web-{86BCD85A-7972-A6FD-263D-01F0C6DCFF46}" dt="2026-06-19T08:02:34.666" v="7" actId="14100"/>
      <pc:docMkLst>
        <pc:docMk/>
      </pc:docMkLst>
      <pc:sldChg chg="modSp">
        <pc:chgData name="Aswini Kumar Motapothula" userId="S::aswinikumar@edunetfoundation.org::8849ae8d-bc89-4217-899c-9440ffcae5bb" providerId="AD" clId="Web-{86BCD85A-7972-A6FD-263D-01F0C6DCFF46}" dt="2026-06-19T08:02:34.666" v="7" actId="14100"/>
        <pc:sldMkLst>
          <pc:docMk/>
          <pc:sldMk cId="2952584201" sldId="282"/>
        </pc:sldMkLst>
        <pc:spChg chg="mod">
          <ac:chgData name="Aswini Kumar Motapothula" userId="S::aswinikumar@edunetfoundation.org::8849ae8d-bc89-4217-899c-9440ffcae5bb" providerId="AD" clId="Web-{86BCD85A-7972-A6FD-263D-01F0C6DCFF46}" dt="2026-06-19T08:02:34.666" v="7" actId="14100"/>
          <ac:spMkLst>
            <pc:docMk/>
            <pc:sldMk cId="2952584201" sldId="282"/>
            <ac:spMk id="2" creationId="{C6F6745E-14BA-0766-CE1E-32E29663832D}"/>
          </ac:spMkLst>
        </pc:spChg>
        <pc:spChg chg="mod">
          <ac:chgData name="Aswini Kumar Motapothula" userId="S::aswinikumar@edunetfoundation.org::8849ae8d-bc89-4217-899c-9440ffcae5bb" providerId="AD" clId="Web-{86BCD85A-7972-A6FD-263D-01F0C6DCFF46}" dt="2026-06-19T08:02:27.557" v="5" actId="1076"/>
          <ac:spMkLst>
            <pc:docMk/>
            <pc:sldMk cId="2952584201" sldId="282"/>
            <ac:spMk id="3" creationId="{3847FA31-EA47-D27A-9D69-AF50A3080AEC}"/>
          </ac:spMkLst>
        </pc:spChg>
      </pc:sldChg>
    </pc:docChg>
  </pc:docChgLst>
  <pc:docChgLst>
    <pc:chgData name="Aman Shrivastava" userId="S::ashrivastava@edunetfoundation.org::c21995ab-fa37-4cde-b5a3-dec0fb9e9a10" providerId="AD" clId="Web-{746EE066-C99A-1548-0111-A8297267F854}"/>
    <pc:docChg chg="addSld delSld modSld">
      <pc:chgData name="Aman Shrivastava" userId="S::ashrivastava@edunetfoundation.org::c21995ab-fa37-4cde-b5a3-dec0fb9e9a10" providerId="AD" clId="Web-{746EE066-C99A-1548-0111-A8297267F854}" dt="2026-06-19T08:03:40.452" v="526" actId="20577"/>
      <pc:docMkLst>
        <pc:docMk/>
      </pc:docMkLst>
      <pc:sldChg chg="addSp delSp modSp">
        <pc:chgData name="Aman Shrivastava" userId="S::ashrivastava@edunetfoundation.org::c21995ab-fa37-4cde-b5a3-dec0fb9e9a10" providerId="AD" clId="Web-{746EE066-C99A-1548-0111-A8297267F854}" dt="2026-06-19T07:33:24.112" v="275" actId="1076"/>
        <pc:sldMkLst>
          <pc:docMk/>
          <pc:sldMk cId="0" sldId="262"/>
        </pc:sldMkLst>
        <pc:spChg chg="mod">
          <ac:chgData name="Aman Shrivastava" userId="S::ashrivastava@edunetfoundation.org::c21995ab-fa37-4cde-b5a3-dec0fb9e9a10" providerId="AD" clId="Web-{746EE066-C99A-1548-0111-A8297267F854}" dt="2026-06-19T07:19:09.981" v="163" actId="20577"/>
          <ac:spMkLst>
            <pc:docMk/>
            <pc:sldMk cId="0" sldId="262"/>
            <ac:spMk id="2" creationId="{78578745-3233-E2C4-2AF4-55BA57C68D3F}"/>
          </ac:spMkLst>
        </pc:spChg>
        <pc:picChg chg="del">
          <ac:chgData name="Aman Shrivastava" userId="S::ashrivastava@edunetfoundation.org::c21995ab-fa37-4cde-b5a3-dec0fb9e9a10" providerId="AD" clId="Web-{746EE066-C99A-1548-0111-A8297267F854}" dt="2026-06-19T07:19:13.309" v="164"/>
          <ac:picMkLst>
            <pc:docMk/>
            <pc:sldMk cId="0" sldId="262"/>
            <ac:picMk id="3" creationId="{81932CE2-F219-0CA8-0102-55B8C682B8A2}"/>
          </ac:picMkLst>
        </pc:picChg>
        <pc:picChg chg="add del mod">
          <ac:chgData name="Aman Shrivastava" userId="S::ashrivastava@edunetfoundation.org::c21995ab-fa37-4cde-b5a3-dec0fb9e9a10" providerId="AD" clId="Web-{746EE066-C99A-1548-0111-A8297267F854}" dt="2026-06-19T07:29:54.157" v="233"/>
          <ac:picMkLst>
            <pc:docMk/>
            <pc:sldMk cId="0" sldId="262"/>
            <ac:picMk id="4" creationId="{0F696AEB-6B26-EBFD-A6E6-04C93CAD4B8C}"/>
          </ac:picMkLst>
        </pc:picChg>
        <pc:picChg chg="add del mod">
          <ac:chgData name="Aman Shrivastava" userId="S::ashrivastava@edunetfoundation.org::c21995ab-fa37-4cde-b5a3-dec0fb9e9a10" providerId="AD" clId="Web-{746EE066-C99A-1548-0111-A8297267F854}" dt="2026-06-19T07:29:56.517" v="237"/>
          <ac:picMkLst>
            <pc:docMk/>
            <pc:sldMk cId="0" sldId="262"/>
            <ac:picMk id="5" creationId="{F8CE1B1B-3500-D06D-3892-955863EE0956}"/>
          </ac:picMkLst>
        </pc:picChg>
        <pc:picChg chg="add del mod modCrop">
          <ac:chgData name="Aman Shrivastava" userId="S::ashrivastava@edunetfoundation.org::c21995ab-fa37-4cde-b5a3-dec0fb9e9a10" providerId="AD" clId="Web-{746EE066-C99A-1548-0111-A8297267F854}" dt="2026-06-19T07:29:56.517" v="236"/>
          <ac:picMkLst>
            <pc:docMk/>
            <pc:sldMk cId="0" sldId="262"/>
            <ac:picMk id="6" creationId="{F45CC5AC-2F8D-421D-1A37-7A9E76322E5D}"/>
          </ac:picMkLst>
        </pc:picChg>
        <pc:picChg chg="add del mod">
          <ac:chgData name="Aman Shrivastava" userId="S::ashrivastava@edunetfoundation.org::c21995ab-fa37-4cde-b5a3-dec0fb9e9a10" providerId="AD" clId="Web-{746EE066-C99A-1548-0111-A8297267F854}" dt="2026-06-19T07:29:56.517" v="235"/>
          <ac:picMkLst>
            <pc:docMk/>
            <pc:sldMk cId="0" sldId="262"/>
            <ac:picMk id="7" creationId="{69FDCDC6-90F3-79E6-2538-18F3B1941DB9}"/>
          </ac:picMkLst>
        </pc:picChg>
        <pc:picChg chg="add del mod">
          <ac:chgData name="Aman Shrivastava" userId="S::ashrivastava@edunetfoundation.org::c21995ab-fa37-4cde-b5a3-dec0fb9e9a10" providerId="AD" clId="Web-{746EE066-C99A-1548-0111-A8297267F854}" dt="2026-06-19T07:29:56.517" v="234"/>
          <ac:picMkLst>
            <pc:docMk/>
            <pc:sldMk cId="0" sldId="262"/>
            <ac:picMk id="8" creationId="{05863A03-B1E0-BE27-CF99-55E9060C4385}"/>
          </ac:picMkLst>
        </pc:picChg>
        <pc:picChg chg="add del mod">
          <ac:chgData name="Aman Shrivastava" userId="S::ashrivastava@edunetfoundation.org::c21995ab-fa37-4cde-b5a3-dec0fb9e9a10" providerId="AD" clId="Web-{746EE066-C99A-1548-0111-A8297267F854}" dt="2026-06-19T07:33:18.534" v="272"/>
          <ac:picMkLst>
            <pc:docMk/>
            <pc:sldMk cId="0" sldId="262"/>
            <ac:picMk id="9" creationId="{1716D2F2-E7B8-D486-127F-EAEF8FFF8A47}"/>
          </ac:picMkLst>
        </pc:picChg>
        <pc:picChg chg="add del mod modCrop">
          <ac:chgData name="Aman Shrivastava" userId="S::ashrivastava@edunetfoundation.org::c21995ab-fa37-4cde-b5a3-dec0fb9e9a10" providerId="AD" clId="Web-{746EE066-C99A-1548-0111-A8297267F854}" dt="2026-06-19T07:31:57.002" v="257"/>
          <ac:picMkLst>
            <pc:docMk/>
            <pc:sldMk cId="0" sldId="262"/>
            <ac:picMk id="10" creationId="{2025DD85-F610-635E-3EE7-1A0AFFF721A5}"/>
          </ac:picMkLst>
        </pc:picChg>
        <pc:picChg chg="add mod">
          <ac:chgData name="Aman Shrivastava" userId="S::ashrivastava@edunetfoundation.org::c21995ab-fa37-4cde-b5a3-dec0fb9e9a10" providerId="AD" clId="Web-{746EE066-C99A-1548-0111-A8297267F854}" dt="2026-06-19T07:33:24.112" v="275" actId="1076"/>
          <ac:picMkLst>
            <pc:docMk/>
            <pc:sldMk cId="0" sldId="262"/>
            <ac:picMk id="12" creationId="{EA32AEB0-3A3B-DE1A-F3F6-817D1B453D04}"/>
          </ac:picMkLst>
        </pc:picChg>
        <pc:cxnChg chg="add del">
          <ac:chgData name="Aman Shrivastava" userId="S::ashrivastava@edunetfoundation.org::c21995ab-fa37-4cde-b5a3-dec0fb9e9a10" providerId="AD" clId="Web-{746EE066-C99A-1548-0111-A8297267F854}" dt="2026-06-19T07:33:20.831" v="273"/>
          <ac:cxnSpMkLst>
            <pc:docMk/>
            <pc:sldMk cId="0" sldId="262"/>
            <ac:cxnSpMk id="11" creationId="{2CFD3717-A15E-B9D4-66DE-AC2009D620FF}"/>
          </ac:cxnSpMkLst>
        </pc:cxnChg>
      </pc:sldChg>
      <pc:sldChg chg="modSp del">
        <pc:chgData name="Aman Shrivastava" userId="S::ashrivastava@edunetfoundation.org::c21995ab-fa37-4cde-b5a3-dec0fb9e9a10" providerId="AD" clId="Web-{746EE066-C99A-1548-0111-A8297267F854}" dt="2026-06-19T07:50:41.135" v="385"/>
        <pc:sldMkLst>
          <pc:docMk/>
          <pc:sldMk cId="0" sldId="264"/>
        </pc:sldMkLst>
        <pc:spChg chg="mod">
          <ac:chgData name="Aman Shrivastava" userId="S::ashrivastava@edunetfoundation.org::c21995ab-fa37-4cde-b5a3-dec0fb9e9a10" providerId="AD" clId="Web-{746EE066-C99A-1548-0111-A8297267F854}" dt="2026-06-19T07:34:47.159" v="298" actId="20577"/>
          <ac:spMkLst>
            <pc:docMk/>
            <pc:sldMk cId="0" sldId="264"/>
            <ac:spMk id="2" creationId="{B84A7B44-8B20-5A39-ED43-DA98D0FC7976}"/>
          </ac:spMkLst>
        </pc:spChg>
      </pc:sldChg>
      <pc:sldChg chg="del">
        <pc:chgData name="Aman Shrivastava" userId="S::ashrivastava@edunetfoundation.org::c21995ab-fa37-4cde-b5a3-dec0fb9e9a10" providerId="AD" clId="Web-{746EE066-C99A-1548-0111-A8297267F854}" dt="2026-06-19T07:34:25.847" v="285"/>
        <pc:sldMkLst>
          <pc:docMk/>
          <pc:sldMk cId="2115484872" sldId="277"/>
        </pc:sldMkLst>
      </pc:sldChg>
      <pc:sldChg chg="modSp">
        <pc:chgData name="Aman Shrivastava" userId="S::ashrivastava@edunetfoundation.org::c21995ab-fa37-4cde-b5a3-dec0fb9e9a10" providerId="AD" clId="Web-{746EE066-C99A-1548-0111-A8297267F854}" dt="2026-06-19T07:09:08.492" v="111" actId="20577"/>
        <pc:sldMkLst>
          <pc:docMk/>
          <pc:sldMk cId="3764405840" sldId="278"/>
        </pc:sldMkLst>
        <pc:spChg chg="mod">
          <ac:chgData name="Aman Shrivastava" userId="S::ashrivastava@edunetfoundation.org::c21995ab-fa37-4cde-b5a3-dec0fb9e9a10" providerId="AD" clId="Web-{746EE066-C99A-1548-0111-A8297267F854}" dt="2026-06-19T07:09:08.492" v="111" actId="20577"/>
          <ac:spMkLst>
            <pc:docMk/>
            <pc:sldMk cId="3764405840" sldId="278"/>
            <ac:spMk id="2" creationId="{151FBD4A-3273-E454-091D-D5B0678FC299}"/>
          </ac:spMkLst>
        </pc:spChg>
        <pc:spChg chg="mod">
          <ac:chgData name="Aman Shrivastava" userId="S::ashrivastava@edunetfoundation.org::c21995ab-fa37-4cde-b5a3-dec0fb9e9a10" providerId="AD" clId="Web-{746EE066-C99A-1548-0111-A8297267F854}" dt="2026-06-19T07:08:41.320" v="108" actId="20577"/>
          <ac:spMkLst>
            <pc:docMk/>
            <pc:sldMk cId="3764405840" sldId="278"/>
            <ac:spMk id="3" creationId="{4A7608B5-9906-EFCF-959A-E89FC2E3EE19}"/>
          </ac:spMkLst>
        </pc:spChg>
      </pc:sldChg>
      <pc:sldChg chg="addSp delSp modSp">
        <pc:chgData name="Aman Shrivastava" userId="S::ashrivastava@edunetfoundation.org::c21995ab-fa37-4cde-b5a3-dec0fb9e9a10" providerId="AD" clId="Web-{746EE066-C99A-1548-0111-A8297267F854}" dt="2026-06-19T07:36:01.988" v="320" actId="1076"/>
        <pc:sldMkLst>
          <pc:docMk/>
          <pc:sldMk cId="2772501912" sldId="279"/>
        </pc:sldMkLst>
        <pc:spChg chg="mod">
          <ac:chgData name="Aman Shrivastava" userId="S::ashrivastava@edunetfoundation.org::c21995ab-fa37-4cde-b5a3-dec0fb9e9a10" providerId="AD" clId="Web-{746EE066-C99A-1548-0111-A8297267F854}" dt="2026-06-19T07:18:42.903" v="130" actId="20577"/>
          <ac:spMkLst>
            <pc:docMk/>
            <pc:sldMk cId="2772501912" sldId="279"/>
            <ac:spMk id="2" creationId="{B64CF172-D2AF-03D8-F919-AA7827A0D969}"/>
          </ac:spMkLst>
        </pc:spChg>
        <pc:picChg chg="add del mod">
          <ac:chgData name="Aman Shrivastava" userId="S::ashrivastava@edunetfoundation.org::c21995ab-fa37-4cde-b5a3-dec0fb9e9a10" providerId="AD" clId="Web-{746EE066-C99A-1548-0111-A8297267F854}" dt="2026-06-19T07:32:58.705" v="269"/>
          <ac:picMkLst>
            <pc:docMk/>
            <pc:sldMk cId="2772501912" sldId="279"/>
            <ac:picMk id="3" creationId="{79117BD4-0548-0DB9-01AC-F1ABEE4D9968}"/>
          </ac:picMkLst>
        </pc:picChg>
        <pc:picChg chg="del">
          <ac:chgData name="Aman Shrivastava" userId="S::ashrivastava@edunetfoundation.org::c21995ab-fa37-4cde-b5a3-dec0fb9e9a10" providerId="AD" clId="Web-{746EE066-C99A-1548-0111-A8297267F854}" dt="2026-06-19T07:19:15.793" v="165"/>
          <ac:picMkLst>
            <pc:docMk/>
            <pc:sldMk cId="2772501912" sldId="279"/>
            <ac:picMk id="4" creationId="{C597681A-DF93-B190-DD21-CBAEDA4E3CBF}"/>
          </ac:picMkLst>
        </pc:picChg>
        <pc:picChg chg="add mod">
          <ac:chgData name="Aman Shrivastava" userId="S::ashrivastava@edunetfoundation.org::c21995ab-fa37-4cde-b5a3-dec0fb9e9a10" providerId="AD" clId="Web-{746EE066-C99A-1548-0111-A8297267F854}" dt="2026-06-19T07:36:01.988" v="320" actId="1076"/>
          <ac:picMkLst>
            <pc:docMk/>
            <pc:sldMk cId="2772501912" sldId="279"/>
            <ac:picMk id="7" creationId="{F01777E0-76AB-ED0C-E315-B3012BB646F6}"/>
          </ac:picMkLst>
        </pc:picChg>
        <pc:cxnChg chg="add del mod">
          <ac:chgData name="Aman Shrivastava" userId="S::ashrivastava@edunetfoundation.org::c21995ab-fa37-4cde-b5a3-dec0fb9e9a10" providerId="AD" clId="Web-{746EE066-C99A-1548-0111-A8297267F854}" dt="2026-06-19T07:32:05.971" v="259"/>
          <ac:cxnSpMkLst>
            <pc:docMk/>
            <pc:sldMk cId="2772501912" sldId="279"/>
            <ac:cxnSpMk id="5" creationId="{2F76792C-E715-0AA1-E7F1-F73DA02002C6}"/>
          </ac:cxnSpMkLst>
        </pc:cxnChg>
        <pc:cxnChg chg="add del">
          <ac:chgData name="Aman Shrivastava" userId="S::ashrivastava@edunetfoundation.org::c21995ab-fa37-4cde-b5a3-dec0fb9e9a10" providerId="AD" clId="Web-{746EE066-C99A-1548-0111-A8297267F854}" dt="2026-06-19T07:33:03.284" v="270"/>
          <ac:cxnSpMkLst>
            <pc:docMk/>
            <pc:sldMk cId="2772501912" sldId="279"/>
            <ac:cxnSpMk id="6" creationId="{2F76792C-E715-0AA1-E7F1-F73DA02002C6}"/>
          </ac:cxnSpMkLst>
        </pc:cxnChg>
      </pc:sldChg>
      <pc:sldChg chg="del">
        <pc:chgData name="Aman Shrivastava" userId="S::ashrivastava@edunetfoundation.org::c21995ab-fa37-4cde-b5a3-dec0fb9e9a10" providerId="AD" clId="Web-{746EE066-C99A-1548-0111-A8297267F854}" dt="2026-06-19T07:18:26.543" v="112"/>
        <pc:sldMkLst>
          <pc:docMk/>
          <pc:sldMk cId="328526394" sldId="281"/>
        </pc:sldMkLst>
      </pc:sldChg>
      <pc:sldChg chg="modSp">
        <pc:chgData name="Aman Shrivastava" userId="S::ashrivastava@edunetfoundation.org::c21995ab-fa37-4cde-b5a3-dec0fb9e9a10" providerId="AD" clId="Web-{746EE066-C99A-1548-0111-A8297267F854}" dt="2026-06-19T08:03:40.452" v="526" actId="20577"/>
        <pc:sldMkLst>
          <pc:docMk/>
          <pc:sldMk cId="2952584201" sldId="282"/>
        </pc:sldMkLst>
        <pc:spChg chg="mod">
          <ac:chgData name="Aman Shrivastava" userId="S::ashrivastava@edunetfoundation.org::c21995ab-fa37-4cde-b5a3-dec0fb9e9a10" providerId="AD" clId="Web-{746EE066-C99A-1548-0111-A8297267F854}" dt="2026-06-19T08:03:40.452" v="526" actId="20577"/>
          <ac:spMkLst>
            <pc:docMk/>
            <pc:sldMk cId="2952584201" sldId="282"/>
            <ac:spMk id="2" creationId="{C6F6745E-14BA-0766-CE1E-32E29663832D}"/>
          </ac:spMkLst>
        </pc:spChg>
      </pc:sldChg>
      <pc:sldChg chg="modSp">
        <pc:chgData name="Aman Shrivastava" userId="S::ashrivastava@edunetfoundation.org::c21995ab-fa37-4cde-b5a3-dec0fb9e9a10" providerId="AD" clId="Web-{746EE066-C99A-1548-0111-A8297267F854}" dt="2026-06-19T07:42:25.459" v="363" actId="20577"/>
        <pc:sldMkLst>
          <pc:docMk/>
          <pc:sldMk cId="957564641" sldId="283"/>
        </pc:sldMkLst>
        <pc:spChg chg="mod">
          <ac:chgData name="Aman Shrivastava" userId="S::ashrivastava@edunetfoundation.org::c21995ab-fa37-4cde-b5a3-dec0fb9e9a10" providerId="AD" clId="Web-{746EE066-C99A-1548-0111-A8297267F854}" dt="2026-06-19T07:42:25.459" v="363" actId="20577"/>
          <ac:spMkLst>
            <pc:docMk/>
            <pc:sldMk cId="957564641" sldId="283"/>
            <ac:spMk id="3" creationId="{FFAB85A1-2169-FF43-3E91-E2E8ADA742FF}"/>
          </ac:spMkLst>
        </pc:spChg>
      </pc:sldChg>
      <pc:sldChg chg="modSp">
        <pc:chgData name="Aman Shrivastava" userId="S::ashrivastava@edunetfoundation.org::c21995ab-fa37-4cde-b5a3-dec0fb9e9a10" providerId="AD" clId="Web-{746EE066-C99A-1548-0111-A8297267F854}" dt="2026-06-19T07:58:34.403" v="519" actId="20577"/>
        <pc:sldMkLst>
          <pc:docMk/>
          <pc:sldMk cId="2290294991" sldId="285"/>
        </pc:sldMkLst>
        <pc:spChg chg="mod">
          <ac:chgData name="Aman Shrivastava" userId="S::ashrivastava@edunetfoundation.org::c21995ab-fa37-4cde-b5a3-dec0fb9e9a10" providerId="AD" clId="Web-{746EE066-C99A-1548-0111-A8297267F854}" dt="2026-06-19T07:58:34.403" v="519" actId="20577"/>
          <ac:spMkLst>
            <pc:docMk/>
            <pc:sldMk cId="2290294991" sldId="285"/>
            <ac:spMk id="2" creationId="{4A1BF701-ABCA-4DF0-8330-B6AF71EF8E39}"/>
          </ac:spMkLst>
        </pc:spChg>
      </pc:sldChg>
      <pc:sldChg chg="modSp">
        <pc:chgData name="Aman Shrivastava" userId="S::ashrivastava@edunetfoundation.org::c21995ab-fa37-4cde-b5a3-dec0fb9e9a10" providerId="AD" clId="Web-{746EE066-C99A-1548-0111-A8297267F854}" dt="2026-06-19T07:53:29.651" v="418" actId="20577"/>
        <pc:sldMkLst>
          <pc:docMk/>
          <pc:sldMk cId="917964102" sldId="286"/>
        </pc:sldMkLst>
        <pc:spChg chg="mod">
          <ac:chgData name="Aman Shrivastava" userId="S::ashrivastava@edunetfoundation.org::c21995ab-fa37-4cde-b5a3-dec0fb9e9a10" providerId="AD" clId="Web-{746EE066-C99A-1548-0111-A8297267F854}" dt="2026-06-19T07:53:29.651" v="418" actId="20577"/>
          <ac:spMkLst>
            <pc:docMk/>
            <pc:sldMk cId="917964102" sldId="286"/>
            <ac:spMk id="3" creationId="{ED65F54F-855A-0DB6-09A6-3212C5F7405B}"/>
          </ac:spMkLst>
        </pc:spChg>
      </pc:sldChg>
      <pc:sldChg chg="modSp">
        <pc:chgData name="Aman Shrivastava" userId="S::ashrivastava@edunetfoundation.org::c21995ab-fa37-4cde-b5a3-dec0fb9e9a10" providerId="AD" clId="Web-{746EE066-C99A-1548-0111-A8297267F854}" dt="2026-06-19T07:55:01.918" v="483" actId="20577"/>
        <pc:sldMkLst>
          <pc:docMk/>
          <pc:sldMk cId="2605851928" sldId="287"/>
        </pc:sldMkLst>
        <pc:spChg chg="mod">
          <ac:chgData name="Aman Shrivastava" userId="S::ashrivastava@edunetfoundation.org::c21995ab-fa37-4cde-b5a3-dec0fb9e9a10" providerId="AD" clId="Web-{746EE066-C99A-1548-0111-A8297267F854}" dt="2026-06-19T07:55:01.918" v="483" actId="20577"/>
          <ac:spMkLst>
            <pc:docMk/>
            <pc:sldMk cId="2605851928" sldId="287"/>
            <ac:spMk id="279" creationId="{3711AF54-94A6-B837-31EF-9A8C4ECB9AF6}"/>
          </ac:spMkLst>
        </pc:spChg>
      </pc:sldChg>
      <pc:sldChg chg="addSp delSp">
        <pc:chgData name="Aman Shrivastava" userId="S::ashrivastava@edunetfoundation.org::c21995ab-fa37-4cde-b5a3-dec0fb9e9a10" providerId="AD" clId="Web-{746EE066-C99A-1548-0111-A8297267F854}" dt="2026-06-19T07:38:48.895" v="324"/>
        <pc:sldMkLst>
          <pc:docMk/>
          <pc:sldMk cId="1229047658" sldId="288"/>
        </pc:sldMkLst>
        <pc:inkChg chg="add">
          <ac:chgData name="Aman Shrivastava" userId="S::ashrivastava@edunetfoundation.org::c21995ab-fa37-4cde-b5a3-dec0fb9e9a10" providerId="AD" clId="Web-{746EE066-C99A-1548-0111-A8297267F854}" dt="2026-06-19T07:38:15.801" v="321"/>
          <ac:inkMkLst>
            <pc:docMk/>
            <pc:sldMk cId="1229047658" sldId="288"/>
            <ac:inkMk id="2" creationId="{1C488599-1CDB-6479-4ED5-FDEEC38049D9}"/>
          </ac:inkMkLst>
        </pc:inkChg>
        <pc:inkChg chg="add">
          <ac:chgData name="Aman Shrivastava" userId="S::ashrivastava@edunetfoundation.org::c21995ab-fa37-4cde-b5a3-dec0fb9e9a10" providerId="AD" clId="Web-{746EE066-C99A-1548-0111-A8297267F854}" dt="2026-06-19T07:38:31.551" v="322"/>
          <ac:inkMkLst>
            <pc:docMk/>
            <pc:sldMk cId="1229047658" sldId="288"/>
            <ac:inkMk id="5" creationId="{66AD5D31-EDA5-2C50-7CE9-7D1E60A89F54}"/>
          </ac:inkMkLst>
        </pc:inkChg>
        <pc:inkChg chg="add del">
          <ac:chgData name="Aman Shrivastava" userId="S::ashrivastava@edunetfoundation.org::c21995ab-fa37-4cde-b5a3-dec0fb9e9a10" providerId="AD" clId="Web-{746EE066-C99A-1548-0111-A8297267F854}" dt="2026-06-19T07:38:48.895" v="324"/>
          <ac:inkMkLst>
            <pc:docMk/>
            <pc:sldMk cId="1229047658" sldId="288"/>
            <ac:inkMk id="7" creationId="{7F720136-8264-3711-415B-4DAA8F04611B}"/>
          </ac:inkMkLst>
        </pc:inkChg>
      </pc:sldChg>
      <pc:sldChg chg="addSp delSp modSp add replId">
        <pc:chgData name="Aman Shrivastava" userId="S::ashrivastava@edunetfoundation.org::c21995ab-fa37-4cde-b5a3-dec0fb9e9a10" providerId="AD" clId="Web-{746EE066-C99A-1548-0111-A8297267F854}" dt="2026-06-19T07:33:46.206" v="278"/>
        <pc:sldMkLst>
          <pc:docMk/>
          <pc:sldMk cId="3866656692" sldId="290"/>
        </pc:sldMkLst>
        <pc:spChg chg="mod">
          <ac:chgData name="Aman Shrivastava" userId="S::ashrivastava@edunetfoundation.org::c21995ab-fa37-4cde-b5a3-dec0fb9e9a10" providerId="AD" clId="Web-{746EE066-C99A-1548-0111-A8297267F854}" dt="2026-06-19T07:19:28.309" v="172" actId="20577"/>
          <ac:spMkLst>
            <pc:docMk/>
            <pc:sldMk cId="3866656692" sldId="290"/>
            <ac:spMk id="2" creationId="{56959763-B5B5-22E5-733E-B3F05D391F6B}"/>
          </ac:spMkLst>
        </pc:spChg>
        <pc:picChg chg="add del mod">
          <ac:chgData name="Aman Shrivastava" userId="S::ashrivastava@edunetfoundation.org::c21995ab-fa37-4cde-b5a3-dec0fb9e9a10" providerId="AD" clId="Web-{746EE066-C99A-1548-0111-A8297267F854}" dt="2026-06-19T07:26:46.328" v="200"/>
          <ac:picMkLst>
            <pc:docMk/>
            <pc:sldMk cId="3866656692" sldId="290"/>
            <ac:picMk id="3" creationId="{57175034-B6A1-15A8-3183-F42A7C1A2011}"/>
          </ac:picMkLst>
        </pc:picChg>
        <pc:picChg chg="add del mod">
          <ac:chgData name="Aman Shrivastava" userId="S::ashrivastava@edunetfoundation.org::c21995ab-fa37-4cde-b5a3-dec0fb9e9a10" providerId="AD" clId="Web-{746EE066-C99A-1548-0111-A8297267F854}" dt="2026-06-19T07:26:52.531" v="203"/>
          <ac:picMkLst>
            <pc:docMk/>
            <pc:sldMk cId="3866656692" sldId="290"/>
            <ac:picMk id="4" creationId="{88FDA170-C204-E466-68CA-5EF27419C8F8}"/>
          </ac:picMkLst>
        </pc:picChg>
        <pc:picChg chg="add del mod">
          <ac:chgData name="Aman Shrivastava" userId="S::ashrivastava@edunetfoundation.org::c21995ab-fa37-4cde-b5a3-dec0fb9e9a10" providerId="AD" clId="Web-{746EE066-C99A-1548-0111-A8297267F854}" dt="2026-06-19T07:26:54.750" v="204"/>
          <ac:picMkLst>
            <pc:docMk/>
            <pc:sldMk cId="3866656692" sldId="290"/>
            <ac:picMk id="5" creationId="{5EF90F00-13FA-4999-B1A1-5C7D773D5635}"/>
          </ac:picMkLst>
        </pc:picChg>
        <pc:picChg chg="add del mod modCrop">
          <ac:chgData name="Aman Shrivastava" userId="S::ashrivastava@edunetfoundation.org::c21995ab-fa37-4cde-b5a3-dec0fb9e9a10" providerId="AD" clId="Web-{746EE066-C99A-1548-0111-A8297267F854}" dt="2026-06-19T07:26:48.687" v="201"/>
          <ac:picMkLst>
            <pc:docMk/>
            <pc:sldMk cId="3866656692" sldId="290"/>
            <ac:picMk id="6" creationId="{AF4B55A8-453F-B2BE-8B74-486ADC76A1C9}"/>
          </ac:picMkLst>
        </pc:picChg>
        <pc:picChg chg="add del mod">
          <ac:chgData name="Aman Shrivastava" userId="S::ashrivastava@edunetfoundation.org::c21995ab-fa37-4cde-b5a3-dec0fb9e9a10" providerId="AD" clId="Web-{746EE066-C99A-1548-0111-A8297267F854}" dt="2026-06-19T07:26:50.875" v="202"/>
          <ac:picMkLst>
            <pc:docMk/>
            <pc:sldMk cId="3866656692" sldId="290"/>
            <ac:picMk id="7" creationId="{3744CDFC-4A35-5194-35E5-555A49DA6AFF}"/>
          </ac:picMkLst>
        </pc:picChg>
        <pc:picChg chg="add del mod">
          <ac:chgData name="Aman Shrivastava" userId="S::ashrivastava@edunetfoundation.org::c21995ab-fa37-4cde-b5a3-dec0fb9e9a10" providerId="AD" clId="Web-{746EE066-C99A-1548-0111-A8297267F854}" dt="2026-06-19T07:33:42.299" v="276"/>
          <ac:picMkLst>
            <pc:docMk/>
            <pc:sldMk cId="3866656692" sldId="290"/>
            <ac:picMk id="8" creationId="{1D7BDF8E-98CB-F515-3FB0-97BF87E2A172}"/>
          </ac:picMkLst>
        </pc:picChg>
        <pc:picChg chg="add mod">
          <ac:chgData name="Aman Shrivastava" userId="S::ashrivastava@edunetfoundation.org::c21995ab-fa37-4cde-b5a3-dec0fb9e9a10" providerId="AD" clId="Web-{746EE066-C99A-1548-0111-A8297267F854}" dt="2026-06-19T07:33:46.206" v="278"/>
          <ac:picMkLst>
            <pc:docMk/>
            <pc:sldMk cId="3866656692" sldId="290"/>
            <ac:picMk id="10" creationId="{B5FE8DA2-14B6-FAE6-9EC0-7C2A1A404708}"/>
          </ac:picMkLst>
        </pc:picChg>
        <pc:cxnChg chg="add del mod">
          <ac:chgData name="Aman Shrivastava" userId="S::ashrivastava@edunetfoundation.org::c21995ab-fa37-4cde-b5a3-dec0fb9e9a10" providerId="AD" clId="Web-{746EE066-C99A-1548-0111-A8297267F854}" dt="2026-06-19T07:33:44.659" v="277"/>
          <ac:cxnSpMkLst>
            <pc:docMk/>
            <pc:sldMk cId="3866656692" sldId="290"/>
            <ac:cxnSpMk id="9" creationId="{5DAE5A21-F630-F6FC-1F85-91AA77C9272E}"/>
          </ac:cxnSpMkLst>
        </pc:cxnChg>
      </pc:sldChg>
      <pc:sldChg chg="addSp delSp modSp new">
        <pc:chgData name="Aman Shrivastava" userId="S::ashrivastava@edunetfoundation.org::c21995ab-fa37-4cde-b5a3-dec0fb9e9a10" providerId="AD" clId="Web-{746EE066-C99A-1548-0111-A8297267F854}" dt="2026-06-19T07:34:16.112" v="284" actId="1076"/>
        <pc:sldMkLst>
          <pc:docMk/>
          <pc:sldMk cId="3021295847" sldId="291"/>
        </pc:sldMkLst>
        <pc:spChg chg="del">
          <ac:chgData name="Aman Shrivastava" userId="S::ashrivastava@edunetfoundation.org::c21995ab-fa37-4cde-b5a3-dec0fb9e9a10" providerId="AD" clId="Web-{746EE066-C99A-1548-0111-A8297267F854}" dt="2026-06-19T07:27:33.422" v="209"/>
          <ac:spMkLst>
            <pc:docMk/>
            <pc:sldMk cId="3021295847" sldId="291"/>
            <ac:spMk id="2" creationId="{AC487865-4ED2-A9E1-B6CF-FF55EAC68B83}"/>
          </ac:spMkLst>
        </pc:spChg>
        <pc:spChg chg="del">
          <ac:chgData name="Aman Shrivastava" userId="S::ashrivastava@edunetfoundation.org::c21995ab-fa37-4cde-b5a3-dec0fb9e9a10" providerId="AD" clId="Web-{746EE066-C99A-1548-0111-A8297267F854}" dt="2026-06-19T07:27:37.781" v="210"/>
          <ac:spMkLst>
            <pc:docMk/>
            <pc:sldMk cId="3021295847" sldId="291"/>
            <ac:spMk id="3" creationId="{5320F0C5-E21A-E7A2-3435-821A6319CFF4}"/>
          </ac:spMkLst>
        </pc:spChg>
        <pc:spChg chg="add mod">
          <ac:chgData name="Aman Shrivastava" userId="S::ashrivastava@edunetfoundation.org::c21995ab-fa37-4cde-b5a3-dec0fb9e9a10" providerId="AD" clId="Web-{746EE066-C99A-1548-0111-A8297267F854}" dt="2026-06-19T07:28:14.391" v="219" actId="14100"/>
          <ac:spMkLst>
            <pc:docMk/>
            <pc:sldMk cId="3021295847" sldId="291"/>
            <ac:spMk id="5" creationId="{C2DC2F13-C09F-1D50-6289-15F22A1D77FA}"/>
          </ac:spMkLst>
        </pc:spChg>
        <pc:picChg chg="add del mod">
          <ac:chgData name="Aman Shrivastava" userId="S::ashrivastava@edunetfoundation.org::c21995ab-fa37-4cde-b5a3-dec0fb9e9a10" providerId="AD" clId="Web-{746EE066-C99A-1548-0111-A8297267F854}" dt="2026-06-19T07:34:03.159" v="280"/>
          <ac:picMkLst>
            <pc:docMk/>
            <pc:sldMk cId="3021295847" sldId="291"/>
            <ac:picMk id="4" creationId="{252787A1-10C2-A588-10C2-90649505C266}"/>
          </ac:picMkLst>
        </pc:picChg>
        <pc:picChg chg="add mod">
          <ac:chgData name="Aman Shrivastava" userId="S::ashrivastava@edunetfoundation.org::c21995ab-fa37-4cde-b5a3-dec0fb9e9a10" providerId="AD" clId="Web-{746EE066-C99A-1548-0111-A8297267F854}" dt="2026-06-19T07:34:16.112" v="284" actId="1076"/>
          <ac:picMkLst>
            <pc:docMk/>
            <pc:sldMk cId="3021295847" sldId="291"/>
            <ac:picMk id="7" creationId="{85DF99AC-D1C6-EA9C-D42E-6073C09D0166}"/>
          </ac:picMkLst>
        </pc:picChg>
        <pc:cxnChg chg="add del mod">
          <ac:chgData name="Aman Shrivastava" userId="S::ashrivastava@edunetfoundation.org::c21995ab-fa37-4cde-b5a3-dec0fb9e9a10" providerId="AD" clId="Web-{746EE066-C99A-1548-0111-A8297267F854}" dt="2026-06-19T07:34:02.065" v="279"/>
          <ac:cxnSpMkLst>
            <pc:docMk/>
            <pc:sldMk cId="3021295847" sldId="291"/>
            <ac:cxnSpMk id="6" creationId="{2E4A501D-ECD5-654A-2164-DD0D463700D1}"/>
          </ac:cxnSpMkLst>
        </pc:cxn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del mod modCrop">
          <ac:chgData name="Aman Shrivastava" userId="S::ashrivastava@edunetfoundation.org::c21995ab-fa37-4cde-b5a3-dec0fb9e9a10" providerId="AD" clId="Web-{A6B9108B-7598-1D50-C4AA-8A38026DAEEF}" dt="2026-06-19T06:54:02.042" v="9"/>
          <ac:picMkLst>
            <pc:docMk/>
            <pc:sldMk cId="1229047658" sldId="288"/>
            <ac:picMk id="2" creationId="{312DEFF6-ACAE-A6F4-F0D7-56CA25E41FDC}"/>
          </ac:picMkLst>
        </pc:picChg>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picChg chg="del">
          <ac:chgData name="Aman Shrivastava" userId="S::ashrivastava@edunetfoundation.org::c21995ab-fa37-4cde-b5a3-dec0fb9e9a10" providerId="AD" clId="Web-{A6B9108B-7598-1D50-C4AA-8A38026DAEEF}" dt="2026-06-19T06:32:41.914" v="0"/>
          <ac:picMkLst>
            <pc:docMk/>
            <pc:sldMk cId="1229047658" sldId="288"/>
            <ac:picMk id="4" creationId="{AD88C341-1F2F-9B6F-593F-2917E7E23DCB}"/>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picChg chg="add del mod">
          <ac:chgData name="Aman Shrivastava" userId="S::ashrivastava@edunetfoundation.org::c21995ab-fa37-4cde-b5a3-dec0fb9e9a10" providerId="AD" clId="Web-{A6B9108B-7598-1D50-C4AA-8A38026DAEEF}" dt="2026-06-19T06:53:17.010" v="3"/>
          <ac:picMkLst>
            <pc:docMk/>
            <pc:sldMk cId="2506610743" sldId="289"/>
            <ac:picMk id="2" creationId="{6F3459A2-8BCD-A155-86B4-203A4A7FFE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5"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Bhuvan068/SecureNet-AI-IB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graphicFrame>
        <p:nvGraphicFramePr>
          <p:cNvPr id="96" name="Google Shape;96;p2"/>
          <p:cNvGraphicFramePr/>
          <p:nvPr>
            <p:extLst>
              <p:ext uri="{D42A27DB-BD31-4B8C-83A1-F6EECF244321}">
                <p14:modId xmlns:p14="http://schemas.microsoft.com/office/powerpoint/2010/main" val="3186111156"/>
              </p:ext>
            </p:extLst>
          </p:nvPr>
        </p:nvGraphicFramePr>
        <p:xfrm>
          <a:off x="400594" y="2600315"/>
          <a:ext cx="11451772" cy="2459365"/>
        </p:xfrm>
        <a:graphic>
          <a:graphicData uri="http://schemas.openxmlformats.org/drawingml/2006/table">
            <a:tbl>
              <a:tblPr>
                <a:noFill/>
                <a:tableStyleId>{0AAD8F4D-43EB-41E5-8A38-28AB6DFB1B60}</a:tableStyleId>
              </a:tblPr>
              <a:tblGrid>
                <a:gridCol w="3152503">
                  <a:extLst>
                    <a:ext uri="{9D8B030D-6E8A-4147-A177-3AD203B41FA5}">
                      <a16:colId xmlns:a16="http://schemas.microsoft.com/office/drawing/2014/main" val="20000"/>
                    </a:ext>
                  </a:extLst>
                </a:gridCol>
                <a:gridCol w="2316480">
                  <a:extLst>
                    <a:ext uri="{9D8B030D-6E8A-4147-A177-3AD203B41FA5}">
                      <a16:colId xmlns:a16="http://schemas.microsoft.com/office/drawing/2014/main" val="20002"/>
                    </a:ext>
                  </a:extLst>
                </a:gridCol>
                <a:gridCol w="3631474">
                  <a:extLst>
                    <a:ext uri="{9D8B030D-6E8A-4147-A177-3AD203B41FA5}">
                      <a16:colId xmlns:a16="http://schemas.microsoft.com/office/drawing/2014/main" val="20003"/>
                    </a:ext>
                  </a:extLst>
                </a:gridCol>
                <a:gridCol w="2351315">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86128">
                <a:tc>
                  <a:txBody>
                    <a:bodyPr/>
                    <a:lstStyle/>
                    <a:p>
                      <a:pPr marL="0" marR="0" lvl="0" indent="0" algn="l" rtl="0">
                        <a:spcBef>
                          <a:spcPts val="0"/>
                        </a:spcBef>
                        <a:spcAft>
                          <a:spcPts val="0"/>
                        </a:spcAft>
                        <a:buNone/>
                      </a:pPr>
                      <a:r>
                        <a:rPr lang="en-IN" sz="2000" b="1" dirty="0" err="1"/>
                        <a:t>Vanteru</a:t>
                      </a:r>
                      <a:r>
                        <a:rPr lang="en-IN" sz="2000" b="1" dirty="0"/>
                        <a:t> Bhuvan Reddy</a:t>
                      </a:r>
                      <a:endParaRPr sz="20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a:buNone/>
                      </a:pPr>
                      <a:r>
                        <a:rPr lang="en-IN" sz="2000" b="1" i="0" u="none" strike="noStrike" cap="none" dirty="0">
                          <a:solidFill>
                            <a:srgbClr val="000000"/>
                          </a:solidFill>
                          <a:effectLst/>
                          <a:latin typeface="Arial"/>
                          <a:ea typeface="Arial"/>
                          <a:cs typeface="Arial"/>
                          <a:sym typeface="Arial"/>
                        </a:rPr>
                        <a:t>bhuvanreddy682006@gmail.com</a:t>
                      </a:r>
                      <a:endParaRPr lang="en-IN" sz="2000" b="1" dirty="0"/>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b="1" dirty="0"/>
                        <a:t>+91 6301901633</a:t>
                      </a:r>
                      <a:endParaRPr sz="2000" b="1"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US" sz="2400" b="1" dirty="0">
                <a:highlight>
                  <a:srgbClr val="FFFF00"/>
                </a:highlight>
              </a:rPr>
              <a:t>[ </a:t>
            </a:r>
            <a:r>
              <a:rPr lang="en-IN" sz="2800" b="1" dirty="0">
                <a:highlight>
                  <a:srgbClr val="FFFF00"/>
                </a:highlight>
              </a:rPr>
              <a:t>Network Security</a:t>
            </a:r>
            <a:r>
              <a:rPr lang="en-US" sz="2800" b="1" dirty="0">
                <a:highlight>
                  <a:srgbClr val="FFFF00"/>
                </a:highlight>
              </a:rPr>
              <a:t> </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US" sz="2400" b="1" dirty="0">
                <a:highlight>
                  <a:srgbClr val="FFFF00"/>
                </a:highlight>
              </a:rPr>
              <a:t>[ </a:t>
            </a:r>
            <a:r>
              <a:rPr lang="en-IN" sz="2800" b="1" dirty="0" err="1">
                <a:highlight>
                  <a:srgbClr val="FFFF00"/>
                </a:highlight>
              </a:rPr>
              <a:t>SecureNet</a:t>
            </a:r>
            <a:r>
              <a:rPr lang="en-IN" sz="2800" b="1" dirty="0">
                <a:highlight>
                  <a:srgbClr val="FFFF00"/>
                </a:highlight>
              </a:rPr>
              <a:t> AI </a:t>
            </a:r>
            <a:r>
              <a:rPr lang="en-US" sz="2400" b="1" dirty="0">
                <a:highlight>
                  <a:srgbClr val="FFFF00"/>
                </a:highlight>
              </a:rPr>
              <a:t>]</a:t>
            </a:r>
            <a:endParaRPr lang="en-IN" sz="2400" b="1" dirty="0">
              <a:highlight>
                <a:srgbClr val="FFFF00"/>
              </a:highlight>
            </a:endParaRPr>
          </a:p>
        </p:txBody>
      </p:sp>
      <p:pic>
        <p:nvPicPr>
          <p:cNvPr id="8" name="Picture 7">
            <a:extLst>
              <a:ext uri="{FF2B5EF4-FFF2-40B4-BE49-F238E27FC236}">
                <a16:creationId xmlns:a16="http://schemas.microsoft.com/office/drawing/2014/main" id="{54D7CB89-B374-6B6B-85EE-64A51E12E457}"/>
              </a:ext>
            </a:extLst>
          </p:cNvPr>
          <p:cNvPicPr>
            <a:picLocks noChangeAspect="1"/>
          </p:cNvPicPr>
          <p:nvPr/>
        </p:nvPicPr>
        <p:blipFill>
          <a:blip r:embed="rId3"/>
          <a:stretch>
            <a:fillRect/>
          </a:stretch>
        </p:blipFill>
        <p:spPr>
          <a:xfrm>
            <a:off x="4075611" y="3627069"/>
            <a:ext cx="1292339" cy="13542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17545" y="1169446"/>
            <a:ext cx="11357834" cy="5113644"/>
          </a:xfrm>
          <a:prstGeom prst="rect">
            <a:avLst/>
          </a:prstGeom>
          <a:noFill/>
        </p:spPr>
        <p:txBody>
          <a:bodyPr wrap="square" lIns="91440" tIns="45720" rIns="91440" bIns="45720" rtlCol="0" anchor="t">
            <a:spAutoFit/>
          </a:bodyPr>
          <a:lstStyle/>
          <a:p>
            <a:pPr>
              <a:lnSpc>
                <a:spcPct val="150000"/>
              </a:lnSpc>
            </a:pPr>
            <a:r>
              <a:rPr lang="en-IN" sz="2000" b="1" dirty="0"/>
              <a:t>Problem Statement – Network Intrusion Detection </a:t>
            </a:r>
          </a:p>
          <a:p>
            <a:pPr>
              <a:lnSpc>
                <a:spcPct val="150000"/>
              </a:lnSpc>
            </a:pPr>
            <a:r>
              <a:rPr lang="en-IN" sz="2000" dirty="0"/>
              <a:t>Develop an intelligent </a:t>
            </a:r>
            <a:r>
              <a:rPr lang="en-IN" sz="2000" b="1" dirty="0"/>
              <a:t>Network Intrusion Detection and Response System (NIDRS)</a:t>
            </a:r>
            <a:r>
              <a:rPr lang="en-IN" sz="2000" dirty="0"/>
              <a:t> capable of identifying malicious network activities and distinguishing them from normal network traffic. The system should analyse network traffic patterns using machine learning techniques to detect cyber-attacks such as DoS, Probe, R2L, and U2R attacks. Beyond detection, the solution should provide early threat warnings, explain attack behaviour, retrieve historical incidents, recommend mitigation strategies, and support autonomous security operations. The objective is to improve network security through accurate threat detection, intelligent decision-making, and real-time incident response. The system should be scalable for home networks, educational institutions, startups, and enterprise environments.</a:t>
            </a:r>
            <a:endParaRPr lang="en-US" sz="2000" dirty="0"/>
          </a:p>
          <a:p>
            <a:pPr>
              <a:lnSpc>
                <a:spcPct val="150000"/>
              </a:lnSpc>
            </a:pPr>
            <a:endParaRPr lang="en-IN" sz="20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84667" y="674734"/>
            <a:ext cx="12039600" cy="5632311"/>
          </a:xfrm>
          <a:prstGeom prst="rect">
            <a:avLst/>
          </a:prstGeom>
          <a:noFill/>
        </p:spPr>
        <p:txBody>
          <a:bodyPr wrap="square" lIns="91440" tIns="45720" rIns="91440" bIns="45720" rtlCol="0" anchor="t">
            <a:spAutoFit/>
          </a:bodyPr>
          <a:lstStyle/>
          <a:p>
            <a:pPr marL="342900" indent="-342900">
              <a:buFont typeface="Wingdings" panose="05000000000000000000" pitchFamily="2" charset="2"/>
              <a:buChar char="Ø"/>
            </a:pPr>
            <a:r>
              <a:rPr lang="en-IN" sz="2000" dirty="0"/>
              <a:t>We propose </a:t>
            </a:r>
            <a:r>
              <a:rPr lang="en-IN" sz="2000" b="1" dirty="0" err="1"/>
              <a:t>SecureNet</a:t>
            </a:r>
            <a:r>
              <a:rPr lang="en-IN" sz="2000" b="1" dirty="0"/>
              <a:t> AI</a:t>
            </a:r>
            <a:r>
              <a:rPr lang="en-IN" sz="2000" dirty="0"/>
              <a:t>, an AI-powered </a:t>
            </a:r>
            <a:r>
              <a:rPr lang="en-IN" sz="2000" b="1" dirty="0"/>
              <a:t>Autonomous Network Intrusion Detection and Response System (ANIDRS)</a:t>
            </a:r>
            <a:r>
              <a:rPr lang="en-IN" sz="2000" dirty="0"/>
              <a:t> using </a:t>
            </a:r>
            <a:r>
              <a:rPr lang="en-IN" sz="2000" b="1" dirty="0"/>
              <a:t>IBM watsonx.ai Studio, </a:t>
            </a:r>
            <a:r>
              <a:rPr lang="en-IN" sz="2000" b="1" dirty="0" err="1"/>
              <a:t>AutoAI</a:t>
            </a:r>
            <a:r>
              <a:rPr lang="en-IN" sz="2000" b="1" dirty="0"/>
              <a:t>, and the IBM Granite model</a:t>
            </a:r>
            <a:r>
              <a:rPr lang="en-IN" sz="2000" dirty="0"/>
              <a:t>.</a:t>
            </a:r>
          </a:p>
          <a:p>
            <a:pPr marL="342900" indent="-342900">
              <a:buFont typeface="Wingdings" panose="05000000000000000000" pitchFamily="2" charset="2"/>
              <a:buChar char="Ø"/>
            </a:pPr>
            <a:r>
              <a:rPr lang="en-IN" sz="2000" dirty="0"/>
              <a:t>Network traffic data containing features such as protocol type, service, connection flags, packet counts, and host statistics will be collected and uploaded to </a:t>
            </a:r>
            <a:r>
              <a:rPr lang="en-IN" sz="2000" b="1" dirty="0"/>
              <a:t>IBM watsonx.ai Studio</a:t>
            </a:r>
            <a:r>
              <a:rPr lang="en-IN" sz="2000" dirty="0"/>
              <a:t>.</a:t>
            </a:r>
          </a:p>
          <a:p>
            <a:pPr marL="342900" indent="-342900">
              <a:buFont typeface="Wingdings" panose="05000000000000000000" pitchFamily="2" charset="2"/>
              <a:buChar char="Ø"/>
            </a:pPr>
            <a:r>
              <a:rPr lang="en-IN" sz="2000" b="1" dirty="0"/>
              <a:t>IBM </a:t>
            </a:r>
            <a:r>
              <a:rPr lang="en-IN" sz="2000" b="1" dirty="0" err="1"/>
              <a:t>AutoAI</a:t>
            </a:r>
            <a:r>
              <a:rPr lang="en-IN" sz="2000" dirty="0"/>
              <a:t> will automatically perform data preprocessing, feature engineering, algorithm selection, model training, and hyperparameter optimisation to build the best-performing intrusion detection model.</a:t>
            </a:r>
          </a:p>
          <a:p>
            <a:pPr marL="342900" indent="-342900">
              <a:buFont typeface="Wingdings" panose="05000000000000000000" pitchFamily="2" charset="2"/>
              <a:buChar char="Ø"/>
            </a:pPr>
            <a:r>
              <a:rPr lang="en-IN" sz="2000" dirty="0"/>
              <a:t>The selected model will classify network traffic as </a:t>
            </a:r>
            <a:r>
              <a:rPr lang="en-IN" sz="2000" b="1" dirty="0"/>
              <a:t>Normal</a:t>
            </a:r>
            <a:r>
              <a:rPr lang="en-IN" sz="2000" dirty="0"/>
              <a:t> or </a:t>
            </a:r>
            <a:r>
              <a:rPr lang="en-IN" sz="2000" b="1" dirty="0"/>
              <a:t>Anomalous</a:t>
            </a:r>
            <a:r>
              <a:rPr lang="en-IN" sz="2000" dirty="0"/>
              <a:t> and provide high-confidence threat predictions.</a:t>
            </a:r>
          </a:p>
          <a:p>
            <a:pPr marL="342900" indent="-342900">
              <a:buFont typeface="Wingdings" panose="05000000000000000000" pitchFamily="2" charset="2"/>
              <a:buChar char="Ø"/>
            </a:pPr>
            <a:r>
              <a:rPr lang="en-IN" sz="2000" b="1" dirty="0"/>
              <a:t>IBM Granite-powered AI agents</a:t>
            </a:r>
            <a:r>
              <a:rPr lang="en-IN" sz="2000" dirty="0"/>
              <a:t> will further analyse detected threats, explain attack behaviour, retrieve similar historical incidents, perform risk assessment, generate mitigation strategies, and create executive security reports.</a:t>
            </a:r>
          </a:p>
          <a:p>
            <a:pPr marL="342900" indent="-342900">
              <a:buFont typeface="Wingdings" panose="05000000000000000000" pitchFamily="2" charset="2"/>
              <a:buChar char="Ø"/>
            </a:pPr>
            <a:r>
              <a:rPr lang="en-IN" sz="2000" dirty="0"/>
              <a:t>The system will support </a:t>
            </a:r>
            <a:r>
              <a:rPr lang="en-IN" sz="2000" b="1" dirty="0"/>
              <a:t>real-time monitoring, historical attack comparison, threat intelligence mapping, digital twin visualisation, SOC case management, and autonomous incident response assistance</a:t>
            </a:r>
            <a:r>
              <a:rPr lang="en-IN" sz="2000" dirty="0"/>
              <a:t>.</a:t>
            </a:r>
          </a:p>
          <a:p>
            <a:pPr marL="342900" indent="-342900">
              <a:buFont typeface="Wingdings" panose="05000000000000000000" pitchFamily="2" charset="2"/>
              <a:buChar char="Ø"/>
            </a:pPr>
            <a:r>
              <a:rPr lang="en-IN" sz="2000" dirty="0"/>
              <a:t>The proposed solution aims to provide an </a:t>
            </a:r>
            <a:r>
              <a:rPr lang="en-IN" sz="2000" b="1" dirty="0"/>
              <a:t>intelligent, explainable, and scalable AI-powered Security Operations Centre (SOC) assistant</a:t>
            </a:r>
            <a:r>
              <a:rPr lang="en-IN" sz="2000" dirty="0"/>
              <a:t> for home networks, educational institutions, startups, and enterprise environments.</a:t>
            </a:r>
          </a:p>
        </p:txBody>
      </p:sp>
      <p:sp>
        <p:nvSpPr>
          <p:cNvPr id="3" name="TextBox 2">
            <a:extLst>
              <a:ext uri="{FF2B5EF4-FFF2-40B4-BE49-F238E27FC236}">
                <a16:creationId xmlns:a16="http://schemas.microsoft.com/office/drawing/2014/main" id="{527F30CC-07EF-8FCC-DA00-C9212F5DAECE}"/>
              </a:ext>
            </a:extLst>
          </p:cNvPr>
          <p:cNvSpPr txBox="1"/>
          <p:nvPr/>
        </p:nvSpPr>
        <p:spPr>
          <a:xfrm>
            <a:off x="0" y="59002"/>
            <a:ext cx="7214616" cy="523220"/>
          </a:xfrm>
          <a:prstGeom prst="rect">
            <a:avLst/>
          </a:prstGeom>
          <a:noFill/>
        </p:spPr>
        <p:txBody>
          <a:bodyPr wrap="square" rtlCol="0">
            <a:spAutoFit/>
          </a:bodyPr>
          <a:lstStyle/>
          <a:p>
            <a:r>
              <a:rPr lang="en-US" sz="2800" b="1" dirty="0"/>
              <a:t>Proposed</a:t>
            </a:r>
            <a:r>
              <a:rPr lang="en-US" sz="2400" b="1" dirty="0"/>
              <a:t>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38573" y="14179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58707" y="674400"/>
            <a:ext cx="10515600" cy="6032421"/>
          </a:xfrm>
          <a:prstGeom prst="rect">
            <a:avLst/>
          </a:prstGeom>
          <a:noFill/>
        </p:spPr>
        <p:txBody>
          <a:bodyPr wrap="square" lIns="91440" tIns="45720" rIns="91440" bIns="45720" rtlCol="0" anchor="t">
            <a:spAutoFit/>
          </a:bodyPr>
          <a:lstStyle/>
          <a:p>
            <a:endParaRPr lang="en-US" sz="2000" dirty="0"/>
          </a:p>
          <a:p>
            <a:pPr marL="285750" indent="-285750">
              <a:buFont typeface="Arial" panose="020B0604020202020204" pitchFamily="34" charset="0"/>
              <a:buChar char="•"/>
            </a:pPr>
            <a:r>
              <a:rPr lang="en-IN" sz="2000" b="1" dirty="0"/>
              <a:t>IBM Cloud</a:t>
            </a:r>
            <a:r>
              <a:rPr lang="en-IN" sz="2000" dirty="0"/>
              <a:t> – It provides the infrastructure to build, deploy, and scale the </a:t>
            </a:r>
            <a:r>
              <a:rPr lang="en-IN" sz="2000" dirty="0" err="1"/>
              <a:t>SecureNet</a:t>
            </a:r>
            <a:r>
              <a:rPr lang="en-IN" sz="2000" dirty="0"/>
              <a:t> AI platform efficiently. IBM Cloud enables a secure, reliable, and scalable environment for deploying the autonomous multi-agent Security Operations Centre (SOC) assistant.</a:t>
            </a:r>
          </a:p>
          <a:p>
            <a:pPr marL="285750" indent="-285750">
              <a:buFont typeface="Arial" panose="020B0604020202020204" pitchFamily="34" charset="0"/>
              <a:buChar char="•"/>
            </a:pPr>
            <a:r>
              <a:rPr lang="en-IN" sz="2000" b="1" dirty="0"/>
              <a:t>IBM watsonx.ai Studio (</a:t>
            </a:r>
            <a:r>
              <a:rPr lang="en-IN" sz="2000" b="1" dirty="0" err="1"/>
              <a:t>AutoAI</a:t>
            </a:r>
            <a:r>
              <a:rPr lang="en-IN" sz="2000" b="1" dirty="0"/>
              <a:t>)</a:t>
            </a:r>
            <a:r>
              <a:rPr lang="en-IN" sz="2000" dirty="0"/>
              <a:t> – Used for automated machine learning model development, feature engineering, model selection, hyperparameter optimisation, and deployment of the Network Intrusion Detection model.</a:t>
            </a:r>
          </a:p>
          <a:p>
            <a:pPr marL="285750" indent="-285750">
              <a:buFont typeface="Arial" panose="020B0604020202020204" pitchFamily="34" charset="0"/>
              <a:buChar char="•"/>
            </a:pPr>
            <a:r>
              <a:rPr lang="en-IN" sz="2000" b="1" dirty="0"/>
              <a:t>IBM </a:t>
            </a:r>
            <a:r>
              <a:rPr lang="en-IN" sz="2000" b="1" dirty="0" err="1"/>
              <a:t>watsonx</a:t>
            </a:r>
            <a:r>
              <a:rPr lang="en-IN" sz="2000" b="1" dirty="0"/>
              <a:t> Granite Model</a:t>
            </a:r>
            <a:r>
              <a:rPr lang="en-IN" sz="2000" dirty="0"/>
              <a:t> – Used for AI-powered threat reasoning, explainability, historical analysis, mitigation planning, and SOC copilot functionalities.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ML Algorithm/ Model Used:</a:t>
            </a:r>
            <a:r>
              <a:rPr lang="en-US" sz="2000" b="1" dirty="0"/>
              <a:t> </a:t>
            </a:r>
            <a:r>
              <a:rPr lang="en-IN" sz="2000" b="1" dirty="0"/>
              <a:t>IBM </a:t>
            </a:r>
            <a:r>
              <a:rPr lang="en-IN" sz="2000" b="1" dirty="0" err="1"/>
              <a:t>AutoAI</a:t>
            </a:r>
            <a:r>
              <a:rPr lang="en-IN" sz="2000" b="1" dirty="0"/>
              <a:t> Optimised Snap Decision Tree Classifier (Binary Classification: Normal vs Anomaly)</a:t>
            </a:r>
            <a:endParaRPr lang="en-US" sz="2000" b="1" dirty="0"/>
          </a:p>
          <a:p>
            <a:pPr marL="285750" indent="-285750">
              <a:buFont typeface="Arial" panose="020B0604020202020204" pitchFamily="34" charset="0"/>
              <a:buChar char="•"/>
            </a:pPr>
            <a:r>
              <a:rPr lang="en-US" sz="2000" dirty="0"/>
              <a:t>Accuracy Obtained: </a:t>
            </a:r>
            <a:r>
              <a:rPr lang="en-IN" sz="2000" b="1" dirty="0"/>
              <a:t>99.5% (Cross-Validation Accuracy)</a:t>
            </a:r>
            <a:endParaRPr lang="en-US" sz="2000" b="1" dirty="0"/>
          </a:p>
          <a:p>
            <a:pPr marL="285750" indent="-285750">
              <a:buFont typeface="Arial" panose="020B0604020202020204" pitchFamily="34" charset="0"/>
              <a:buChar char="•"/>
            </a:pPr>
            <a:r>
              <a:rPr lang="en-US" sz="2000" dirty="0"/>
              <a:t>Enhancements and Hyperparameter tuning: </a:t>
            </a:r>
            <a:br>
              <a:rPr lang="en-US" sz="2000" dirty="0"/>
            </a:br>
            <a:r>
              <a:rPr lang="en-IN" sz="2000" b="1" dirty="0"/>
              <a:t>IBM </a:t>
            </a:r>
            <a:r>
              <a:rPr lang="en-IN" sz="2000" b="1" dirty="0" err="1"/>
              <a:t>AutoAI</a:t>
            </a:r>
            <a:r>
              <a:rPr lang="en-IN" sz="2000" b="1" dirty="0"/>
              <a:t> HPO-1, automated feature engineering, feature selection, hyperparameter optimisation, XAI analysis, historical memory retrieval, and multi-agent threat reasoning using IBM Granite.</a:t>
            </a:r>
            <a:endParaRPr lang="en-US" sz="2000" b="1"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967B86-84C3-BFA4-848C-56139C1E5686}"/>
              </a:ext>
            </a:extLst>
          </p:cNvPr>
          <p:cNvSpPr txBox="1"/>
          <p:nvPr/>
        </p:nvSpPr>
        <p:spPr>
          <a:xfrm>
            <a:off x="0" y="83179"/>
            <a:ext cx="6096000" cy="523220"/>
          </a:xfrm>
          <a:prstGeom prst="rect">
            <a:avLst/>
          </a:prstGeom>
          <a:noFill/>
        </p:spPr>
        <p:txBody>
          <a:bodyPr wrap="square">
            <a:spAutoFit/>
          </a:bodyPr>
          <a:lstStyle/>
          <a:p>
            <a:r>
              <a:rPr lang="en-IN" sz="2800" b="1" dirty="0"/>
              <a:t>Dataset Analysis &amp; Visualisation</a:t>
            </a:r>
          </a:p>
        </p:txBody>
      </p:sp>
      <p:pic>
        <p:nvPicPr>
          <p:cNvPr id="7" name="Picture 6">
            <a:extLst>
              <a:ext uri="{FF2B5EF4-FFF2-40B4-BE49-F238E27FC236}">
                <a16:creationId xmlns:a16="http://schemas.microsoft.com/office/drawing/2014/main" id="{8E26358B-895A-ED49-2EDD-FE950752487C}"/>
              </a:ext>
            </a:extLst>
          </p:cNvPr>
          <p:cNvPicPr>
            <a:picLocks noChangeAspect="1"/>
          </p:cNvPicPr>
          <p:nvPr/>
        </p:nvPicPr>
        <p:blipFill>
          <a:blip r:embed="rId2"/>
          <a:stretch>
            <a:fillRect/>
          </a:stretch>
        </p:blipFill>
        <p:spPr>
          <a:xfrm>
            <a:off x="105262" y="1998133"/>
            <a:ext cx="5384800" cy="4370276"/>
          </a:xfrm>
          <a:prstGeom prst="rect">
            <a:avLst/>
          </a:prstGeom>
        </p:spPr>
      </p:pic>
      <p:pic>
        <p:nvPicPr>
          <p:cNvPr id="9" name="Picture 8">
            <a:extLst>
              <a:ext uri="{FF2B5EF4-FFF2-40B4-BE49-F238E27FC236}">
                <a16:creationId xmlns:a16="http://schemas.microsoft.com/office/drawing/2014/main" id="{4550AE13-FBAF-468D-0C40-33D26D0152B7}"/>
              </a:ext>
            </a:extLst>
          </p:cNvPr>
          <p:cNvPicPr>
            <a:picLocks noChangeAspect="1"/>
          </p:cNvPicPr>
          <p:nvPr/>
        </p:nvPicPr>
        <p:blipFill>
          <a:blip r:embed="rId3"/>
          <a:stretch>
            <a:fillRect/>
          </a:stretch>
        </p:blipFill>
        <p:spPr>
          <a:xfrm>
            <a:off x="5600129" y="1590255"/>
            <a:ext cx="6591871" cy="4778154"/>
          </a:xfrm>
          <a:prstGeom prst="rect">
            <a:avLst/>
          </a:prstGeom>
        </p:spPr>
      </p:pic>
      <p:sp>
        <p:nvSpPr>
          <p:cNvPr id="11" name="TextBox 10">
            <a:extLst>
              <a:ext uri="{FF2B5EF4-FFF2-40B4-BE49-F238E27FC236}">
                <a16:creationId xmlns:a16="http://schemas.microsoft.com/office/drawing/2014/main" id="{43594B44-51F0-9530-5225-1D24415577F3}"/>
              </a:ext>
            </a:extLst>
          </p:cNvPr>
          <p:cNvSpPr txBox="1"/>
          <p:nvPr/>
        </p:nvSpPr>
        <p:spPr>
          <a:xfrm>
            <a:off x="0" y="1282478"/>
            <a:ext cx="5664200" cy="400110"/>
          </a:xfrm>
          <a:prstGeom prst="rect">
            <a:avLst/>
          </a:prstGeom>
          <a:noFill/>
        </p:spPr>
        <p:txBody>
          <a:bodyPr wrap="square">
            <a:spAutoFit/>
          </a:bodyPr>
          <a:lstStyle/>
          <a:p>
            <a:r>
              <a:rPr lang="en-IN" sz="2000" dirty="0"/>
              <a:t>Figure 1:Class Distribution (Normal vs Anomaly)</a:t>
            </a:r>
          </a:p>
        </p:txBody>
      </p:sp>
      <p:sp>
        <p:nvSpPr>
          <p:cNvPr id="13" name="TextBox 12">
            <a:extLst>
              <a:ext uri="{FF2B5EF4-FFF2-40B4-BE49-F238E27FC236}">
                <a16:creationId xmlns:a16="http://schemas.microsoft.com/office/drawing/2014/main" id="{B051F25B-7244-420E-9ACE-4D3B907D4810}"/>
              </a:ext>
            </a:extLst>
          </p:cNvPr>
          <p:cNvSpPr txBox="1"/>
          <p:nvPr/>
        </p:nvSpPr>
        <p:spPr>
          <a:xfrm>
            <a:off x="6172201" y="898272"/>
            <a:ext cx="5664199" cy="400110"/>
          </a:xfrm>
          <a:prstGeom prst="rect">
            <a:avLst/>
          </a:prstGeom>
          <a:noFill/>
        </p:spPr>
        <p:txBody>
          <a:bodyPr wrap="square">
            <a:spAutoFit/>
          </a:bodyPr>
          <a:lstStyle/>
          <a:p>
            <a:r>
              <a:rPr lang="en-IN" sz="2000" dirty="0"/>
              <a:t>Figure 2: Distribution of Network Protocol Types</a:t>
            </a:r>
          </a:p>
        </p:txBody>
      </p:sp>
    </p:spTree>
    <p:extLst>
      <p:ext uri="{BB962C8B-B14F-4D97-AF65-F5344CB8AC3E}">
        <p14:creationId xmlns:p14="http://schemas.microsoft.com/office/powerpoint/2010/main" val="440697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4BC1BF-F8D3-0CCD-EB2C-F1742EEE9A52}"/>
              </a:ext>
            </a:extLst>
          </p:cNvPr>
          <p:cNvPicPr>
            <a:picLocks noChangeAspect="1"/>
          </p:cNvPicPr>
          <p:nvPr/>
        </p:nvPicPr>
        <p:blipFill>
          <a:blip r:embed="rId2"/>
          <a:stretch>
            <a:fillRect/>
          </a:stretch>
        </p:blipFill>
        <p:spPr>
          <a:xfrm>
            <a:off x="3022600" y="575733"/>
            <a:ext cx="9042401" cy="5969000"/>
          </a:xfrm>
          <a:prstGeom prst="rect">
            <a:avLst/>
          </a:prstGeom>
        </p:spPr>
      </p:pic>
      <p:sp>
        <p:nvSpPr>
          <p:cNvPr id="5" name="TextBox 4">
            <a:extLst>
              <a:ext uri="{FF2B5EF4-FFF2-40B4-BE49-F238E27FC236}">
                <a16:creationId xmlns:a16="http://schemas.microsoft.com/office/drawing/2014/main" id="{D1EFF8D9-CF02-5906-927D-3252D94BD16D}"/>
              </a:ext>
            </a:extLst>
          </p:cNvPr>
          <p:cNvSpPr txBox="1"/>
          <p:nvPr/>
        </p:nvSpPr>
        <p:spPr>
          <a:xfrm>
            <a:off x="126999" y="2733245"/>
            <a:ext cx="2963334" cy="707886"/>
          </a:xfrm>
          <a:prstGeom prst="rect">
            <a:avLst/>
          </a:prstGeom>
          <a:noFill/>
        </p:spPr>
        <p:txBody>
          <a:bodyPr wrap="square">
            <a:spAutoFit/>
          </a:bodyPr>
          <a:lstStyle/>
          <a:p>
            <a:r>
              <a:rPr lang="en-IN" sz="2000" dirty="0"/>
              <a:t>Figure 3: Distribution of Network Services</a:t>
            </a:r>
          </a:p>
        </p:txBody>
      </p:sp>
    </p:spTree>
    <p:extLst>
      <p:ext uri="{BB962C8B-B14F-4D97-AF65-F5344CB8AC3E}">
        <p14:creationId xmlns:p14="http://schemas.microsoft.com/office/powerpoint/2010/main" val="4202450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ED7823AB-92B0-EE0D-F760-CA11D8E08B64}"/>
              </a:ext>
            </a:extLst>
          </p:cNvPr>
          <p:cNvPicPr>
            <a:picLocks noChangeAspect="1"/>
          </p:cNvPicPr>
          <p:nvPr/>
        </p:nvPicPr>
        <p:blipFill>
          <a:blip r:embed="rId3"/>
          <a:stretch>
            <a:fillRect/>
          </a:stretch>
        </p:blipFill>
        <p:spPr>
          <a:xfrm>
            <a:off x="190499" y="1162314"/>
            <a:ext cx="11811001" cy="4770438"/>
          </a:xfrm>
          <a:prstGeom prst="rect">
            <a:avLst/>
          </a:prstGeom>
        </p:spPr>
      </p:pic>
      <p:sp>
        <p:nvSpPr>
          <p:cNvPr id="5" name="TextBox 4">
            <a:extLst>
              <a:ext uri="{FF2B5EF4-FFF2-40B4-BE49-F238E27FC236}">
                <a16:creationId xmlns:a16="http://schemas.microsoft.com/office/drawing/2014/main" id="{9B47971C-1EB0-163C-CD04-CF8E576CF690}"/>
              </a:ext>
            </a:extLst>
          </p:cNvPr>
          <p:cNvSpPr txBox="1"/>
          <p:nvPr/>
        </p:nvSpPr>
        <p:spPr>
          <a:xfrm>
            <a:off x="101600" y="771359"/>
            <a:ext cx="3574854" cy="400110"/>
          </a:xfrm>
          <a:prstGeom prst="rect">
            <a:avLst/>
          </a:prstGeom>
          <a:noFill/>
        </p:spPr>
        <p:txBody>
          <a:bodyPr wrap="square">
            <a:spAutoFit/>
          </a:bodyPr>
          <a:lstStyle/>
          <a:p>
            <a:r>
              <a:rPr lang="en-IN" sz="2000" b="1" dirty="0"/>
              <a:t>Figure 4: Progress map </a:t>
            </a:r>
          </a:p>
        </p:txBody>
      </p:sp>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5F8EDD-25EF-13C5-3A75-26AB2D69EF86}"/>
              </a:ext>
            </a:extLst>
          </p:cNvPr>
          <p:cNvPicPr>
            <a:picLocks noChangeAspect="1"/>
          </p:cNvPicPr>
          <p:nvPr/>
        </p:nvPicPr>
        <p:blipFill>
          <a:blip r:embed="rId2"/>
          <a:stretch>
            <a:fillRect/>
          </a:stretch>
        </p:blipFill>
        <p:spPr>
          <a:xfrm>
            <a:off x="275166" y="1047750"/>
            <a:ext cx="11641667" cy="4508500"/>
          </a:xfrm>
          <a:prstGeom prst="rect">
            <a:avLst/>
          </a:prstGeom>
        </p:spPr>
      </p:pic>
      <p:sp>
        <p:nvSpPr>
          <p:cNvPr id="4" name="TextBox 3">
            <a:extLst>
              <a:ext uri="{FF2B5EF4-FFF2-40B4-BE49-F238E27FC236}">
                <a16:creationId xmlns:a16="http://schemas.microsoft.com/office/drawing/2014/main" id="{BE8388DB-28A0-83A4-0065-B2C8C8466DF9}"/>
              </a:ext>
            </a:extLst>
          </p:cNvPr>
          <p:cNvSpPr txBox="1"/>
          <p:nvPr/>
        </p:nvSpPr>
        <p:spPr>
          <a:xfrm>
            <a:off x="101600" y="404912"/>
            <a:ext cx="6096000" cy="400110"/>
          </a:xfrm>
          <a:prstGeom prst="rect">
            <a:avLst/>
          </a:prstGeom>
          <a:noFill/>
        </p:spPr>
        <p:txBody>
          <a:bodyPr wrap="square">
            <a:spAutoFit/>
          </a:bodyPr>
          <a:lstStyle/>
          <a:p>
            <a:r>
              <a:rPr lang="en-IN" sz="2000" b="1" dirty="0"/>
              <a:t>Figure 5: Pipeline comparison </a:t>
            </a:r>
          </a:p>
        </p:txBody>
      </p:sp>
    </p:spTree>
    <p:extLst>
      <p:ext uri="{BB962C8B-B14F-4D97-AF65-F5344CB8AC3E}">
        <p14:creationId xmlns:p14="http://schemas.microsoft.com/office/powerpoint/2010/main" val="3335812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4" name="Picture 3">
            <a:extLst>
              <a:ext uri="{FF2B5EF4-FFF2-40B4-BE49-F238E27FC236}">
                <a16:creationId xmlns:a16="http://schemas.microsoft.com/office/drawing/2014/main" id="{858D592B-056B-C921-9625-751E16F53976}"/>
              </a:ext>
            </a:extLst>
          </p:cNvPr>
          <p:cNvPicPr>
            <a:picLocks noChangeAspect="1"/>
          </p:cNvPicPr>
          <p:nvPr/>
        </p:nvPicPr>
        <p:blipFill>
          <a:blip r:embed="rId3"/>
          <a:stretch>
            <a:fillRect/>
          </a:stretch>
        </p:blipFill>
        <p:spPr>
          <a:xfrm>
            <a:off x="366161" y="569097"/>
            <a:ext cx="11459678" cy="3179805"/>
          </a:xfrm>
          <a:prstGeom prst="rect">
            <a:avLst/>
          </a:prstGeom>
        </p:spPr>
      </p:pic>
      <p:pic>
        <p:nvPicPr>
          <p:cNvPr id="6" name="Picture 5">
            <a:extLst>
              <a:ext uri="{FF2B5EF4-FFF2-40B4-BE49-F238E27FC236}">
                <a16:creationId xmlns:a16="http://schemas.microsoft.com/office/drawing/2014/main" id="{0634FBFC-6C42-6AB6-1F91-28E0D77BEC4E}"/>
              </a:ext>
            </a:extLst>
          </p:cNvPr>
          <p:cNvPicPr>
            <a:picLocks noChangeAspect="1"/>
          </p:cNvPicPr>
          <p:nvPr/>
        </p:nvPicPr>
        <p:blipFill>
          <a:blip r:embed="rId4"/>
          <a:stretch>
            <a:fillRect/>
          </a:stretch>
        </p:blipFill>
        <p:spPr>
          <a:xfrm>
            <a:off x="444457" y="3957257"/>
            <a:ext cx="11459677" cy="2577504"/>
          </a:xfrm>
          <a:prstGeom prst="rect">
            <a:avLst/>
          </a:prstGeom>
        </p:spPr>
      </p:pic>
      <p:sp>
        <p:nvSpPr>
          <p:cNvPr id="2" name="Google Shape;135;p5">
            <a:extLst>
              <a:ext uri="{FF2B5EF4-FFF2-40B4-BE49-F238E27FC236}">
                <a16:creationId xmlns:a16="http://schemas.microsoft.com/office/drawing/2014/main" id="{78578745-3233-E2C4-2AF4-55BA57C68D3F}"/>
              </a:ext>
            </a:extLst>
          </p:cNvPr>
          <p:cNvSpPr/>
          <p:nvPr/>
        </p:nvSpPr>
        <p:spPr>
          <a:xfrm>
            <a:off x="187071" y="12058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rPr>
              <a:t>Best Model Screenshot:</a:t>
            </a:r>
          </a:p>
        </p:txBody>
      </p:sp>
      <p:sp>
        <p:nvSpPr>
          <p:cNvPr id="5" name="TextBox 4">
            <a:extLst>
              <a:ext uri="{FF2B5EF4-FFF2-40B4-BE49-F238E27FC236}">
                <a16:creationId xmlns:a16="http://schemas.microsoft.com/office/drawing/2014/main" id="{F958B540-564A-3F9E-472E-C9FC99D472C8}"/>
              </a:ext>
            </a:extLst>
          </p:cNvPr>
          <p:cNvSpPr txBox="1"/>
          <p:nvPr/>
        </p:nvSpPr>
        <p:spPr>
          <a:xfrm>
            <a:off x="4610057" y="120589"/>
            <a:ext cx="6098792" cy="523220"/>
          </a:xfrm>
          <a:prstGeom prst="rect">
            <a:avLst/>
          </a:prstGeom>
          <a:noFill/>
        </p:spPr>
        <p:txBody>
          <a:bodyPr wrap="square">
            <a:spAutoFit/>
          </a:bodyPr>
          <a:lstStyle/>
          <a:p>
            <a:r>
              <a:rPr lang="en-IN" sz="2800" b="1" dirty="0"/>
              <a:t>Figure 6: Pipeline leaderboard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348661" y="173754"/>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rPr>
              <a:t>Testing Screenshot:</a:t>
            </a:r>
          </a:p>
        </p:txBody>
      </p:sp>
      <p:pic>
        <p:nvPicPr>
          <p:cNvPr id="4" name="Picture 3">
            <a:extLst>
              <a:ext uri="{FF2B5EF4-FFF2-40B4-BE49-F238E27FC236}">
                <a16:creationId xmlns:a16="http://schemas.microsoft.com/office/drawing/2014/main" id="{26061C65-F6CF-35BB-AA22-2FF396372C5D}"/>
              </a:ext>
            </a:extLst>
          </p:cNvPr>
          <p:cNvPicPr>
            <a:picLocks noChangeAspect="1"/>
          </p:cNvPicPr>
          <p:nvPr/>
        </p:nvPicPr>
        <p:blipFill>
          <a:blip r:embed="rId3"/>
          <a:stretch>
            <a:fillRect/>
          </a:stretch>
        </p:blipFill>
        <p:spPr>
          <a:xfrm>
            <a:off x="509528" y="1132820"/>
            <a:ext cx="11682472" cy="5551426"/>
          </a:xfrm>
          <a:prstGeom prst="rect">
            <a:avLst/>
          </a:prstGeom>
        </p:spPr>
      </p:pic>
      <p:sp>
        <p:nvSpPr>
          <p:cNvPr id="5" name="TextBox 4">
            <a:extLst>
              <a:ext uri="{FF2B5EF4-FFF2-40B4-BE49-F238E27FC236}">
                <a16:creationId xmlns:a16="http://schemas.microsoft.com/office/drawing/2014/main" id="{246E3A05-7A52-34FA-A643-96A3CC65D1A5}"/>
              </a:ext>
            </a:extLst>
          </p:cNvPr>
          <p:cNvSpPr txBox="1"/>
          <p:nvPr/>
        </p:nvSpPr>
        <p:spPr>
          <a:xfrm>
            <a:off x="161590" y="592350"/>
            <a:ext cx="6096000" cy="523220"/>
          </a:xfrm>
          <a:prstGeom prst="rect">
            <a:avLst/>
          </a:prstGeom>
          <a:noFill/>
        </p:spPr>
        <p:txBody>
          <a:bodyPr wrap="square">
            <a:spAutoFit/>
          </a:bodyPr>
          <a:lstStyle/>
          <a:p>
            <a:r>
              <a:rPr lang="en-IN" sz="2800" b="1" dirty="0"/>
              <a:t>Figure 7: Test </a:t>
            </a:r>
          </a:p>
        </p:txBody>
      </p:sp>
    </p:spTree>
    <p:extLst>
      <p:ext uri="{BB962C8B-B14F-4D97-AF65-F5344CB8AC3E}">
        <p14:creationId xmlns:p14="http://schemas.microsoft.com/office/powerpoint/2010/main" val="386665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5D9A55E2-5616-4592-3C78-B3649E42973A}"/>
              </a:ext>
            </a:extLst>
          </p:cNvPr>
          <p:cNvPicPr>
            <a:picLocks noChangeAspect="1"/>
          </p:cNvPicPr>
          <p:nvPr/>
        </p:nvPicPr>
        <p:blipFill>
          <a:blip r:embed="rId2"/>
          <a:stretch>
            <a:fillRect/>
          </a:stretch>
        </p:blipFill>
        <p:spPr>
          <a:xfrm>
            <a:off x="1332189" y="723621"/>
            <a:ext cx="10729890" cy="5608806"/>
          </a:xfrm>
          <a:prstGeom prst="rect">
            <a:avLst/>
          </a:prstGeom>
        </p:spPr>
      </p:pic>
      <p:sp>
        <p:nvSpPr>
          <p:cNvPr id="4" name="TextBox 3">
            <a:extLst>
              <a:ext uri="{FF2B5EF4-FFF2-40B4-BE49-F238E27FC236}">
                <a16:creationId xmlns:a16="http://schemas.microsoft.com/office/drawing/2014/main" id="{461646AE-8A9D-25D7-6D08-202EE483ED09}"/>
              </a:ext>
            </a:extLst>
          </p:cNvPr>
          <p:cNvSpPr txBox="1"/>
          <p:nvPr/>
        </p:nvSpPr>
        <p:spPr>
          <a:xfrm>
            <a:off x="18833" y="3678291"/>
            <a:ext cx="1387794" cy="707886"/>
          </a:xfrm>
          <a:prstGeom prst="rect">
            <a:avLst/>
          </a:prstGeom>
          <a:noFill/>
        </p:spPr>
        <p:txBody>
          <a:bodyPr wrap="square">
            <a:spAutoFit/>
          </a:bodyPr>
          <a:lstStyle/>
          <a:p>
            <a:r>
              <a:rPr lang="en-IN" sz="2000" b="1" dirty="0"/>
              <a:t>Figure 8: Results </a:t>
            </a:r>
          </a:p>
        </p:txBody>
      </p:sp>
    </p:spTree>
    <p:extLst>
      <p:ext uri="{BB962C8B-B14F-4D97-AF65-F5344CB8AC3E}">
        <p14:creationId xmlns:p14="http://schemas.microsoft.com/office/powerpoint/2010/main" val="3021295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0CD5A2-AC89-72CB-F335-5757A796B72C}"/>
              </a:ext>
            </a:extLst>
          </p:cNvPr>
          <p:cNvPicPr>
            <a:picLocks noChangeAspect="1"/>
          </p:cNvPicPr>
          <p:nvPr/>
        </p:nvPicPr>
        <p:blipFill>
          <a:blip r:embed="rId2"/>
          <a:stretch>
            <a:fillRect/>
          </a:stretch>
        </p:blipFill>
        <p:spPr>
          <a:xfrm>
            <a:off x="734865" y="705452"/>
            <a:ext cx="10722269" cy="5616427"/>
          </a:xfrm>
          <a:prstGeom prst="rect">
            <a:avLst/>
          </a:prstGeom>
        </p:spPr>
      </p:pic>
      <p:sp>
        <p:nvSpPr>
          <p:cNvPr id="4" name="TextBox 3">
            <a:extLst>
              <a:ext uri="{FF2B5EF4-FFF2-40B4-BE49-F238E27FC236}">
                <a16:creationId xmlns:a16="http://schemas.microsoft.com/office/drawing/2014/main" id="{C7B4579C-7ED7-C729-392A-B154ED920A05}"/>
              </a:ext>
            </a:extLst>
          </p:cNvPr>
          <p:cNvSpPr txBox="1"/>
          <p:nvPr/>
        </p:nvSpPr>
        <p:spPr>
          <a:xfrm>
            <a:off x="194733" y="228344"/>
            <a:ext cx="6096000" cy="523220"/>
          </a:xfrm>
          <a:prstGeom prst="rect">
            <a:avLst/>
          </a:prstGeom>
          <a:noFill/>
        </p:spPr>
        <p:txBody>
          <a:bodyPr wrap="square">
            <a:spAutoFit/>
          </a:bodyPr>
          <a:lstStyle/>
          <a:p>
            <a:r>
              <a:rPr lang="en-IN" sz="2800" b="1" dirty="0"/>
              <a:t>Figure 9: Results </a:t>
            </a:r>
          </a:p>
        </p:txBody>
      </p:sp>
    </p:spTree>
    <p:extLst>
      <p:ext uri="{BB962C8B-B14F-4D97-AF65-F5344CB8AC3E}">
        <p14:creationId xmlns:p14="http://schemas.microsoft.com/office/powerpoint/2010/main" val="391403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501675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2000" b="1" dirty="0" err="1"/>
              <a:t>SecureNet</a:t>
            </a:r>
            <a:r>
              <a:rPr lang="en-IN" sz="2000" b="1" dirty="0"/>
              <a:t> AI</a:t>
            </a:r>
            <a:r>
              <a:rPr lang="en-IN" sz="2000" dirty="0"/>
              <a:t> combines </a:t>
            </a:r>
            <a:r>
              <a:rPr lang="en-IN" sz="2000" b="1" dirty="0"/>
              <a:t>IBM </a:t>
            </a:r>
            <a:r>
              <a:rPr lang="en-IN" sz="2000" b="1" dirty="0" err="1"/>
              <a:t>AutoAI</a:t>
            </a:r>
            <a:r>
              <a:rPr lang="en-IN" sz="2000" b="1" dirty="0"/>
              <a:t>-based intrusion detection with IBM Granite-powered multi-agent reasoning</a:t>
            </a:r>
            <a:r>
              <a:rPr lang="en-IN" sz="2000" dirty="0"/>
              <a:t>, moving beyond traditional machine learning prediction systems. </a:t>
            </a:r>
          </a:p>
          <a:p>
            <a:pPr marL="285750" indent="-285750">
              <a:buFont typeface="Arial" panose="020B0604020202020204" pitchFamily="34" charset="0"/>
              <a:buChar char="•"/>
            </a:pPr>
            <a:r>
              <a:rPr lang="en-IN" sz="2000" dirty="0"/>
              <a:t>The platform performs </a:t>
            </a:r>
            <a:r>
              <a:rPr lang="en-IN" sz="2000" b="1" dirty="0"/>
              <a:t>real-time cyber threat detection, analysis, and autonomous decision support</a:t>
            </a:r>
            <a:r>
              <a:rPr lang="en-IN" sz="2000" dirty="0"/>
              <a:t> through an AI-powered Security Operations Centre (SOC). </a:t>
            </a:r>
          </a:p>
          <a:p>
            <a:pPr marL="285750" indent="-285750">
              <a:buFont typeface="Arial" panose="020B0604020202020204" pitchFamily="34" charset="0"/>
              <a:buChar char="•"/>
            </a:pPr>
            <a:r>
              <a:rPr lang="en-IN" sz="2000" dirty="0"/>
              <a:t>A </a:t>
            </a:r>
            <a:r>
              <a:rPr lang="en-IN" sz="2000" b="1" dirty="0"/>
              <a:t>historical memory engine</a:t>
            </a:r>
            <a:r>
              <a:rPr lang="en-IN" sz="2000" dirty="0"/>
              <a:t> compares current attacks with previously detected incidents and automatically recommends successful mitigation strategies. </a:t>
            </a:r>
          </a:p>
          <a:p>
            <a:pPr marL="285750" indent="-285750">
              <a:buFont typeface="Arial" panose="020B0604020202020204" pitchFamily="34" charset="0"/>
              <a:buChar char="•"/>
            </a:pPr>
            <a:r>
              <a:rPr lang="en-IN" sz="2000" dirty="0"/>
              <a:t>The system provides </a:t>
            </a:r>
            <a:r>
              <a:rPr lang="en-IN" sz="2000" b="1" dirty="0"/>
              <a:t>Explainable AI (XAI)</a:t>
            </a:r>
            <a:r>
              <a:rPr lang="en-IN" sz="2000" dirty="0"/>
              <a:t> to justify every anomaly prediction using feature importance and decision paths. </a:t>
            </a:r>
          </a:p>
          <a:p>
            <a:pPr marL="285750" indent="-285750">
              <a:buFont typeface="Arial" panose="020B0604020202020204" pitchFamily="34" charset="0"/>
              <a:buChar char="•"/>
            </a:pPr>
            <a:r>
              <a:rPr lang="en-IN" sz="2000" dirty="0"/>
              <a:t>A unique </a:t>
            </a:r>
            <a:r>
              <a:rPr lang="en-IN" sz="2000" b="1" dirty="0"/>
              <a:t>Cyber Digital Twin</a:t>
            </a:r>
            <a:r>
              <a:rPr lang="en-IN" sz="2000" dirty="0"/>
              <a:t> visualises attack propagation, detection, mitigation, and recovery across network infrastructures. </a:t>
            </a:r>
          </a:p>
          <a:p>
            <a:pPr marL="285750" indent="-285750">
              <a:buFont typeface="Arial" panose="020B0604020202020204" pitchFamily="34" charset="0"/>
              <a:buChar char="•"/>
            </a:pPr>
            <a:r>
              <a:rPr lang="en-IN" sz="2000" dirty="0"/>
              <a:t>The platform supports </a:t>
            </a:r>
            <a:r>
              <a:rPr lang="en-IN" sz="2000" b="1" dirty="0"/>
              <a:t>multi-organisation environments</a:t>
            </a:r>
            <a:r>
              <a:rPr lang="en-IN" sz="2000" dirty="0"/>
              <a:t>, including home networks, educational institutions, startups, and enterprise SOCs. </a:t>
            </a:r>
          </a:p>
          <a:p>
            <a:pPr marL="285750" indent="-285750">
              <a:buFont typeface="Arial" panose="020B0604020202020204" pitchFamily="34" charset="0"/>
              <a:buChar char="•"/>
            </a:pPr>
            <a:r>
              <a:rPr lang="en-IN" sz="2000" dirty="0"/>
              <a:t>Unlike conventional NIDS solutions, </a:t>
            </a:r>
            <a:r>
              <a:rPr lang="en-IN" sz="2000" b="1" dirty="0" err="1"/>
              <a:t>SecureNet</a:t>
            </a:r>
            <a:r>
              <a:rPr lang="en-IN" sz="2000" b="1" dirty="0"/>
              <a:t> AI transforms real-time predictions into autonomous reasoning, historical comparison, mitigation planning, and actionable security intelligence</a:t>
            </a:r>
            <a:r>
              <a:rPr lang="en-IN" sz="2000" dirty="0"/>
              <a:t>.</a:t>
            </a:r>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https://github.com/Bhuvan068/SecureNet-AI-IBM</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28133" y="2484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28133" y="1221715"/>
            <a:ext cx="10913533" cy="5094418"/>
          </a:xfrm>
          <a:prstGeom prst="rect">
            <a:avLst/>
          </a:prstGeom>
          <a:noFill/>
          <a:ln>
            <a:noFill/>
          </a:ln>
        </p:spPr>
        <p:txBody>
          <a:bodyPr spcFirstLastPara="1" wrap="square" lIns="0" tIns="0" rIns="0" bIns="0" anchor="t" anchorCtr="0">
            <a:noAutofit/>
          </a:bodyPr>
          <a:lstStyle/>
          <a:p>
            <a:pPr marL="342900" indent="-342900">
              <a:buFont typeface="Arial" panose="020B0604020202020204" pitchFamily="34" charset="0"/>
              <a:buChar char="•"/>
            </a:pPr>
            <a:r>
              <a:rPr lang="en-IN" sz="2000" dirty="0"/>
              <a:t>The system can be integrated with </a:t>
            </a:r>
            <a:r>
              <a:rPr lang="en-IN" sz="2000" b="1" dirty="0"/>
              <a:t>real-time network devices</a:t>
            </a:r>
            <a:r>
              <a:rPr lang="en-IN" sz="2000" dirty="0"/>
              <a:t>, including firewalls, IDS/IPS systems, routers, SIEM platforms, and cloud security services for continuous threat monitoring. </a:t>
            </a:r>
          </a:p>
          <a:p>
            <a:pPr marL="342900" indent="-342900">
              <a:buFont typeface="Arial" panose="020B0604020202020204" pitchFamily="34" charset="0"/>
              <a:buChar char="•"/>
            </a:pPr>
            <a:r>
              <a:rPr lang="en-IN" sz="2000" dirty="0"/>
              <a:t>Advanced </a:t>
            </a:r>
            <a:r>
              <a:rPr lang="en-IN" sz="2000" b="1" dirty="0"/>
              <a:t>IBM </a:t>
            </a:r>
            <a:r>
              <a:rPr lang="en-IN" sz="2000" b="1" dirty="0" err="1"/>
              <a:t>watsonx</a:t>
            </a:r>
            <a:r>
              <a:rPr lang="en-IN" sz="2000" b="1" dirty="0"/>
              <a:t> AI models</a:t>
            </a:r>
            <a:r>
              <a:rPr lang="en-IN" sz="2000" dirty="0"/>
              <a:t> can be incorporated to improve threat detection accuracy, reasoning capabilities, and autonomous decision-making. </a:t>
            </a:r>
          </a:p>
          <a:p>
            <a:pPr marL="342900" indent="-342900">
              <a:buFont typeface="Arial" panose="020B0604020202020204" pitchFamily="34" charset="0"/>
              <a:buChar char="•"/>
            </a:pPr>
            <a:r>
              <a:rPr lang="en-IN" sz="2000" dirty="0"/>
              <a:t>Integration with </a:t>
            </a:r>
            <a:r>
              <a:rPr lang="en-IN" sz="2000" b="1" dirty="0"/>
              <a:t>live threat intelligence feeds</a:t>
            </a:r>
            <a:r>
              <a:rPr lang="en-IN" sz="2000" dirty="0"/>
              <a:t> and cybersecurity frameworks such as </a:t>
            </a:r>
            <a:r>
              <a:rPr lang="en-IN" sz="2000" b="1" dirty="0"/>
              <a:t>MITRE ATT&amp;CK, CVE, and CWE</a:t>
            </a:r>
            <a:r>
              <a:rPr lang="en-IN" sz="2000" dirty="0"/>
              <a:t> can enhance threat analysis and attribution. </a:t>
            </a:r>
          </a:p>
          <a:p>
            <a:pPr marL="342900" indent="-342900">
              <a:buFont typeface="Arial" panose="020B0604020202020204" pitchFamily="34" charset="0"/>
              <a:buChar char="•"/>
            </a:pPr>
            <a:r>
              <a:rPr lang="en-IN" sz="2000" dirty="0"/>
              <a:t>The platform can support </a:t>
            </a:r>
            <a:r>
              <a:rPr lang="en-IN" sz="2000" b="1" dirty="0"/>
              <a:t>automated incident response and security orchestration</a:t>
            </a:r>
            <a:r>
              <a:rPr lang="en-IN" sz="2000" dirty="0"/>
              <a:t>, reducing manual intervention and response times. </a:t>
            </a:r>
          </a:p>
          <a:p>
            <a:pPr marL="342900" indent="-342900">
              <a:buFont typeface="Arial" panose="020B0604020202020204" pitchFamily="34" charset="0"/>
              <a:buChar char="•"/>
            </a:pPr>
            <a:r>
              <a:rPr lang="en-IN" sz="2000" dirty="0"/>
              <a:t>Real-time monitoring using </a:t>
            </a:r>
            <a:r>
              <a:rPr lang="en-IN" sz="2000" b="1" dirty="0"/>
              <a:t>IoT, enterprise networks, and cloud infrastructures</a:t>
            </a:r>
            <a:r>
              <a:rPr lang="en-IN" sz="2000" dirty="0"/>
              <a:t> can enable large-scale cybersecurity protection. </a:t>
            </a:r>
          </a:p>
          <a:p>
            <a:pPr marL="342900" indent="-342900">
              <a:buFont typeface="Arial" panose="020B0604020202020204" pitchFamily="34" charset="0"/>
              <a:buChar char="•"/>
            </a:pPr>
            <a:r>
              <a:rPr lang="en-IN" sz="2000" dirty="0"/>
              <a:t>The Cyber Digital Twin framework can be expanded to simulate complex attack scenarios and optimise defence strategies. </a:t>
            </a:r>
          </a:p>
          <a:p>
            <a:pPr marL="342900" indent="-342900">
              <a:buFont typeface="Arial" panose="020B0604020202020204" pitchFamily="34" charset="0"/>
              <a:buChar char="•"/>
            </a:pPr>
            <a:r>
              <a:rPr lang="en-IN" sz="2000" dirty="0"/>
              <a:t>The solution can be scaled to support </a:t>
            </a:r>
            <a:r>
              <a:rPr lang="en-IN" sz="2000" b="1" dirty="0"/>
              <a:t>home networks, educational institutions, startups, enterprises, and smart city cybersecurity infrastructures</a:t>
            </a:r>
            <a:r>
              <a:rPr lang="en-IN" sz="2000" dirty="0"/>
              <a:t>.</a:t>
            </a:r>
          </a:p>
          <a:p>
            <a:pPr marL="342900" lvl="0" indent="-342900">
              <a:lnSpc>
                <a:spcPct val="150000"/>
              </a:lnSpc>
              <a:buSzPts val="1850"/>
              <a:buFont typeface="Arial" panose="020B0604020202020204" pitchFamily="34" charset="0"/>
              <a:buChar char="•"/>
            </a:pP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222636" y="302365"/>
            <a:ext cx="398279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sp>
        <p:nvSpPr>
          <p:cNvPr id="3" name="TextBox 2">
            <a:extLst>
              <a:ext uri="{FF2B5EF4-FFF2-40B4-BE49-F238E27FC236}">
                <a16:creationId xmlns:a16="http://schemas.microsoft.com/office/drawing/2014/main" id="{4837D5EE-379B-FDC5-0854-8AC81D31FADF}"/>
              </a:ext>
            </a:extLst>
          </p:cNvPr>
          <p:cNvSpPr txBox="1"/>
          <p:nvPr/>
        </p:nvSpPr>
        <p:spPr>
          <a:xfrm>
            <a:off x="0" y="1248861"/>
            <a:ext cx="442806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8" name="Picture 7">
            <a:extLst>
              <a:ext uri="{FF2B5EF4-FFF2-40B4-BE49-F238E27FC236}">
                <a16:creationId xmlns:a16="http://schemas.microsoft.com/office/drawing/2014/main" id="{C58A9C87-2FBB-8EBB-D55E-AC9D0FF0C947}"/>
              </a:ext>
            </a:extLst>
          </p:cNvPr>
          <p:cNvPicPr>
            <a:picLocks noChangeAspect="1"/>
          </p:cNvPicPr>
          <p:nvPr/>
        </p:nvPicPr>
        <p:blipFill>
          <a:blip r:embed="rId2"/>
          <a:stretch>
            <a:fillRect/>
          </a:stretch>
        </p:blipFill>
        <p:spPr>
          <a:xfrm>
            <a:off x="4733834" y="905124"/>
            <a:ext cx="7229508" cy="564471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a:p>
            <a:pPr algn="ctr"/>
            <a:endParaRPr lang="en-US" sz="2800"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Add your IBM BOB Certificate</a:t>
            </a:r>
          </a:p>
        </p:txBody>
      </p:sp>
      <p:pic>
        <p:nvPicPr>
          <p:cNvPr id="3" name="Picture 2">
            <a:extLst>
              <a:ext uri="{FF2B5EF4-FFF2-40B4-BE49-F238E27FC236}">
                <a16:creationId xmlns:a16="http://schemas.microsoft.com/office/drawing/2014/main" id="{B5A0F0F1-89A7-414E-DF11-C36A3AE23959}"/>
              </a:ext>
            </a:extLst>
          </p:cNvPr>
          <p:cNvPicPr>
            <a:picLocks noChangeAspect="1"/>
          </p:cNvPicPr>
          <p:nvPr/>
        </p:nvPicPr>
        <p:blipFill>
          <a:blip r:embed="rId2"/>
          <a:stretch>
            <a:fillRect/>
          </a:stretch>
        </p:blipFill>
        <p:spPr>
          <a:xfrm>
            <a:off x="3563209" y="1538538"/>
            <a:ext cx="8085521" cy="496867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6E3354-EC44-DDB9-C11C-5B484B22BBFB}"/>
              </a:ext>
            </a:extLst>
          </p:cNvPr>
          <p:cNvPicPr>
            <a:picLocks noChangeAspect="1"/>
          </p:cNvPicPr>
          <p:nvPr/>
        </p:nvPicPr>
        <p:blipFill>
          <a:blip r:embed="rId2"/>
          <a:stretch>
            <a:fillRect/>
          </a:stretch>
        </p:blipFill>
        <p:spPr>
          <a:xfrm>
            <a:off x="3902697" y="735447"/>
            <a:ext cx="8110193" cy="6021203"/>
          </a:xfrm>
          <a:prstGeom prst="rect">
            <a:avLst/>
          </a:prstGeom>
        </p:spPr>
      </p:pic>
      <p:sp>
        <p:nvSpPr>
          <p:cNvPr id="5" name="TextBox 4">
            <a:extLst>
              <a:ext uri="{FF2B5EF4-FFF2-40B4-BE49-F238E27FC236}">
                <a16:creationId xmlns:a16="http://schemas.microsoft.com/office/drawing/2014/main" id="{858A6275-7A9E-C4D8-991C-680350AED0D5}"/>
              </a:ext>
            </a:extLst>
          </p:cNvPr>
          <p:cNvSpPr txBox="1"/>
          <p:nvPr/>
        </p:nvSpPr>
        <p:spPr>
          <a:xfrm>
            <a:off x="1572" y="212227"/>
            <a:ext cx="6094428" cy="523220"/>
          </a:xfrm>
          <a:prstGeom prst="rect">
            <a:avLst/>
          </a:prstGeom>
          <a:noFill/>
        </p:spPr>
        <p:txBody>
          <a:bodyPr wrap="square">
            <a:spAutoFit/>
          </a:bodyPr>
          <a:lstStyle/>
          <a:p>
            <a:r>
              <a:rPr lang="en-US" sz="2800" b="1" dirty="0"/>
              <a:t>Additional Certificates Earned:</a:t>
            </a:r>
          </a:p>
        </p:txBody>
      </p:sp>
    </p:spTree>
    <p:extLst>
      <p:ext uri="{BB962C8B-B14F-4D97-AF65-F5344CB8AC3E}">
        <p14:creationId xmlns:p14="http://schemas.microsoft.com/office/powerpoint/2010/main" val="2411555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28DC22-936D-8D33-60D6-C0155BD2CA6F}"/>
              </a:ext>
            </a:extLst>
          </p:cNvPr>
          <p:cNvPicPr>
            <a:picLocks noChangeAspect="1"/>
          </p:cNvPicPr>
          <p:nvPr/>
        </p:nvPicPr>
        <p:blipFill>
          <a:blip r:embed="rId2"/>
          <a:stretch>
            <a:fillRect/>
          </a:stretch>
        </p:blipFill>
        <p:spPr>
          <a:xfrm>
            <a:off x="0" y="0"/>
            <a:ext cx="6208065" cy="4572638"/>
          </a:xfrm>
          <a:prstGeom prst="rect">
            <a:avLst/>
          </a:prstGeom>
        </p:spPr>
      </p:pic>
      <p:pic>
        <p:nvPicPr>
          <p:cNvPr id="7" name="Picture 6">
            <a:extLst>
              <a:ext uri="{FF2B5EF4-FFF2-40B4-BE49-F238E27FC236}">
                <a16:creationId xmlns:a16="http://schemas.microsoft.com/office/drawing/2014/main" id="{285DC8C5-8AC2-C22A-0989-B235E1F965C3}"/>
              </a:ext>
            </a:extLst>
          </p:cNvPr>
          <p:cNvPicPr>
            <a:picLocks noChangeAspect="1"/>
          </p:cNvPicPr>
          <p:nvPr/>
        </p:nvPicPr>
        <p:blipFill>
          <a:blip r:embed="rId3"/>
          <a:stretch>
            <a:fillRect/>
          </a:stretch>
        </p:blipFill>
        <p:spPr>
          <a:xfrm>
            <a:off x="5935134" y="2267086"/>
            <a:ext cx="6256866" cy="4590914"/>
          </a:xfrm>
          <a:prstGeom prst="rect">
            <a:avLst/>
          </a:prstGeom>
        </p:spPr>
      </p:pic>
      <p:sp>
        <p:nvSpPr>
          <p:cNvPr id="9" name="TextBox 8">
            <a:extLst>
              <a:ext uri="{FF2B5EF4-FFF2-40B4-BE49-F238E27FC236}">
                <a16:creationId xmlns:a16="http://schemas.microsoft.com/office/drawing/2014/main" id="{F2F0E542-04CA-162D-D04E-BED172567513}"/>
              </a:ext>
            </a:extLst>
          </p:cNvPr>
          <p:cNvSpPr txBox="1"/>
          <p:nvPr/>
        </p:nvSpPr>
        <p:spPr>
          <a:xfrm>
            <a:off x="6372120" y="348713"/>
            <a:ext cx="5655825" cy="523220"/>
          </a:xfrm>
          <a:prstGeom prst="rect">
            <a:avLst/>
          </a:prstGeom>
          <a:noFill/>
        </p:spPr>
        <p:txBody>
          <a:bodyPr wrap="square">
            <a:spAutoFit/>
          </a:bodyPr>
          <a:lstStyle/>
          <a:p>
            <a:r>
              <a:rPr lang="en-US" sz="2800" b="1" dirty="0"/>
              <a:t>Make  Agentic AI Work For You </a:t>
            </a:r>
            <a:endParaRPr lang="en-IN" sz="2800" b="1" dirty="0"/>
          </a:p>
        </p:txBody>
      </p:sp>
      <p:sp>
        <p:nvSpPr>
          <p:cNvPr id="11" name="TextBox 10">
            <a:extLst>
              <a:ext uri="{FF2B5EF4-FFF2-40B4-BE49-F238E27FC236}">
                <a16:creationId xmlns:a16="http://schemas.microsoft.com/office/drawing/2014/main" id="{B0283F26-EC1F-0362-9B77-4CEACCC2BFCE}"/>
              </a:ext>
            </a:extLst>
          </p:cNvPr>
          <p:cNvSpPr txBox="1"/>
          <p:nvPr/>
        </p:nvSpPr>
        <p:spPr>
          <a:xfrm>
            <a:off x="2609831" y="5596461"/>
            <a:ext cx="3197082" cy="523220"/>
          </a:xfrm>
          <a:prstGeom prst="rect">
            <a:avLst/>
          </a:prstGeom>
          <a:noFill/>
        </p:spPr>
        <p:txBody>
          <a:bodyPr wrap="square">
            <a:spAutoFit/>
          </a:bodyPr>
          <a:lstStyle/>
          <a:p>
            <a:r>
              <a:rPr lang="en-US" sz="2800" b="1" dirty="0"/>
              <a:t>Gen AI Essentials </a:t>
            </a:r>
            <a:endParaRPr lang="en-IN" sz="2800" dirty="0"/>
          </a:p>
        </p:txBody>
      </p:sp>
    </p:spTree>
    <p:extLst>
      <p:ext uri="{BB962C8B-B14F-4D97-AF65-F5344CB8AC3E}">
        <p14:creationId xmlns:p14="http://schemas.microsoft.com/office/powerpoint/2010/main" val="3340485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89CDB8-3F12-E9F7-CD81-556F1E3202AA}"/>
              </a:ext>
            </a:extLst>
          </p:cNvPr>
          <p:cNvPicPr>
            <a:picLocks noChangeAspect="1"/>
          </p:cNvPicPr>
          <p:nvPr/>
        </p:nvPicPr>
        <p:blipFill>
          <a:blip r:embed="rId2"/>
          <a:stretch>
            <a:fillRect/>
          </a:stretch>
        </p:blipFill>
        <p:spPr>
          <a:xfrm>
            <a:off x="6028266" y="1948607"/>
            <a:ext cx="6070601" cy="4700687"/>
          </a:xfrm>
          <a:prstGeom prst="rect">
            <a:avLst/>
          </a:prstGeom>
        </p:spPr>
      </p:pic>
      <p:pic>
        <p:nvPicPr>
          <p:cNvPr id="5" name="Picture 4">
            <a:extLst>
              <a:ext uri="{FF2B5EF4-FFF2-40B4-BE49-F238E27FC236}">
                <a16:creationId xmlns:a16="http://schemas.microsoft.com/office/drawing/2014/main" id="{19E4ABB0-BB64-304F-2B4F-DC49FD80A0DD}"/>
              </a:ext>
            </a:extLst>
          </p:cNvPr>
          <p:cNvPicPr>
            <a:picLocks noChangeAspect="1"/>
          </p:cNvPicPr>
          <p:nvPr/>
        </p:nvPicPr>
        <p:blipFill>
          <a:blip r:embed="rId3"/>
          <a:stretch>
            <a:fillRect/>
          </a:stretch>
        </p:blipFill>
        <p:spPr>
          <a:xfrm>
            <a:off x="0" y="1"/>
            <a:ext cx="5850467" cy="3605392"/>
          </a:xfrm>
          <a:prstGeom prst="rect">
            <a:avLst/>
          </a:prstGeom>
        </p:spPr>
      </p:pic>
      <p:sp>
        <p:nvSpPr>
          <p:cNvPr id="7" name="TextBox 6">
            <a:extLst>
              <a:ext uri="{FF2B5EF4-FFF2-40B4-BE49-F238E27FC236}">
                <a16:creationId xmlns:a16="http://schemas.microsoft.com/office/drawing/2014/main" id="{A3DE2119-64B0-121F-52FA-43E08D0CFAFA}"/>
              </a:ext>
            </a:extLst>
          </p:cNvPr>
          <p:cNvSpPr txBox="1"/>
          <p:nvPr/>
        </p:nvSpPr>
        <p:spPr>
          <a:xfrm>
            <a:off x="511406" y="4455819"/>
            <a:ext cx="5216513" cy="954107"/>
          </a:xfrm>
          <a:prstGeom prst="rect">
            <a:avLst/>
          </a:prstGeom>
          <a:noFill/>
        </p:spPr>
        <p:txBody>
          <a:bodyPr wrap="square">
            <a:spAutoFit/>
          </a:bodyPr>
          <a:lstStyle/>
          <a:p>
            <a:r>
              <a:rPr lang="en-US" sz="2800" b="1" dirty="0"/>
              <a:t>RAG Generation for Enhanced AI Outputs </a:t>
            </a:r>
            <a:endParaRPr lang="en-IN" sz="2800" b="1" dirty="0"/>
          </a:p>
        </p:txBody>
      </p:sp>
    </p:spTree>
    <p:extLst>
      <p:ext uri="{BB962C8B-B14F-4D97-AF65-F5344CB8AC3E}">
        <p14:creationId xmlns:p14="http://schemas.microsoft.com/office/powerpoint/2010/main" val="3443817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993</Words>
  <Application>Microsoft Office PowerPoint</Application>
  <PresentationFormat>Widescreen</PresentationFormat>
  <Paragraphs>79</Paragraphs>
  <Slides>22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bhuvanreddy682006@outlook.com</cp:lastModifiedBy>
  <cp:revision>7</cp:revision>
  <dcterms:created xsi:type="dcterms:W3CDTF">2025-07-08T05:06:56Z</dcterms:created>
  <dcterms:modified xsi:type="dcterms:W3CDTF">2026-07-09T06:35:08Z</dcterms:modified>
</cp:coreProperties>
</file>